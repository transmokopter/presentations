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77" r:id="rId3"/>
  </p:sldMasterIdLst>
  <p:sldIdLst>
    <p:sldId id="260" r:id="rId4"/>
    <p:sldId id="261" r:id="rId5"/>
    <p:sldId id="259" r:id="rId6"/>
    <p:sldId id="257" r:id="rId7"/>
    <p:sldId id="262" r:id="rId8"/>
    <p:sldId id="265" r:id="rId9"/>
    <p:sldId id="263" r:id="rId10"/>
    <p:sldId id="264" r:id="rId11"/>
    <p:sldId id="266" r:id="rId12"/>
    <p:sldId id="258" r:id="rId13"/>
    <p:sldId id="267" r:id="rId14"/>
    <p:sldId id="268" r:id="rId15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F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8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0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10" Type="http://schemas.openxmlformats.org/officeDocument/2006/relationships/slide" Target="slides/slide7.xml"/><Relationship Id="rId19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86A58-E3F0-3C8A-881A-849FAAAD4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FFDA6E-CE45-423A-BB5B-3E8AB8A24D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771425-148B-2A1D-3615-C44C837CE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9F9ED-2410-4CD1-B5CD-D275AA293E22}" type="datetimeFigureOut">
              <a:rPr lang="LID4096" smtClean="0"/>
              <a:t>09/12/2025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4CAB39-CBF7-5D45-B6F4-BD293D0DD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79D177-8BBA-8E9E-9608-0BF5556FA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4F4BA-9ECE-4834-A1C0-C8A764EAE6A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87251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E3A9F-9EF6-E7FB-29A9-EEEA3D202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EA7EAC-5F2F-8116-CB78-F0AD50592D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A0CE85-1915-01DF-EA86-573A40856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9F9ED-2410-4CD1-B5CD-D275AA293E22}" type="datetimeFigureOut">
              <a:rPr lang="LID4096" smtClean="0"/>
              <a:t>09/12/2025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E7D053-A688-2EDC-256A-CB825EFEE5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5BC8BB-E97C-D98F-9986-BB0D33C36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4F4BA-9ECE-4834-A1C0-C8A764EAE6A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25000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68191-2D06-5F08-B4A1-354DCCF70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70FAB5-754C-84D7-94E6-9AB3B163AF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2131B7-2BD9-5A2F-91BB-BF96FFB95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9F9ED-2410-4CD1-B5CD-D275AA293E22}" type="datetimeFigureOut">
              <a:rPr lang="LID4096" smtClean="0"/>
              <a:t>09/12/2025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60D639-6C18-47C4-D912-7D1689E53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A7D33F-7410-572D-04FB-4A7618DA9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4F4BA-9ECE-4834-A1C0-C8A764EAE6A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18306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C2CFC-5269-E54C-873B-B7B7703BC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C2E675-2389-8C66-23CB-63044824FC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4EED60-0175-C1CA-F971-131D7C620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7680E6-D332-C2DE-C229-554D60299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9F9ED-2410-4CD1-B5CD-D275AA293E22}" type="datetimeFigureOut">
              <a:rPr lang="LID4096" smtClean="0"/>
              <a:t>09/12/2025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0EFC58-47EC-F83A-AC0E-61E28053B3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7E1E1E-8835-8B75-B6FA-03E932092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4F4BA-9ECE-4834-A1C0-C8A764EAE6A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970342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B2C89-999E-B67E-638D-A83B5012D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D18CBF-4287-318B-F601-8715F29C77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69D72E-8694-BF73-A771-F399250E51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999BB1-2089-2649-04BD-A334E9B344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0E7F5F-2FA6-BF28-D148-32F34A8A89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0FA4CD-20F6-A7C9-E943-DEB9AC233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9F9ED-2410-4CD1-B5CD-D275AA293E22}" type="datetimeFigureOut">
              <a:rPr lang="LID4096" smtClean="0"/>
              <a:t>09/12/2025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8E906B-2C0D-8009-0882-E84E2C4AE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B9D283-0476-2EFC-E62C-11EF465DF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4F4BA-9ECE-4834-A1C0-C8A764EAE6A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91844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8CA06-58A8-8963-D581-739E77128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8C6D5E-F6F9-886F-0981-787452929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9F9ED-2410-4CD1-B5CD-D275AA293E22}" type="datetimeFigureOut">
              <a:rPr lang="LID4096" smtClean="0"/>
              <a:t>09/12/2025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E0F769-1E99-3825-04F1-C57A61815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A5C823-A0D8-D788-E8E9-82C80BFED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4F4BA-9ECE-4834-A1C0-C8A764EAE6A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5251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36B0BD-4357-4D54-E9A6-DF754A3DE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9F9ED-2410-4CD1-B5CD-D275AA293E22}" type="datetimeFigureOut">
              <a:rPr lang="LID4096" smtClean="0"/>
              <a:t>09/12/2025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371A78-B0BD-15FD-03AA-A05B6070E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291E6B-165A-128D-4CCB-408D35B66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4F4BA-9ECE-4834-A1C0-C8A764EAE6A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689814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9AB3D-2286-6FF1-632A-14EE4DC055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67F29C-D47E-B2D7-7415-2A8838D4EF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59392D-9404-0BD8-D242-E1E19D36D6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BA76F5-2255-9CF7-8F82-9131BD4B8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9F9ED-2410-4CD1-B5CD-D275AA293E22}" type="datetimeFigureOut">
              <a:rPr lang="LID4096" smtClean="0"/>
              <a:t>09/12/2025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92E221-32FC-140F-742C-26DA52098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CFDDD0-AAB5-1049-7B08-5239B4618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4F4BA-9ECE-4834-A1C0-C8A764EAE6A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963349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C9C1C-5FE0-E180-1897-4FD278331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BE3449-9F82-091A-D787-9BCC4CC5AA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925B18-4F20-316B-6262-A6957E103B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0697CE-6801-92D3-197D-1579CD801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9F9ED-2410-4CD1-B5CD-D275AA293E22}" type="datetimeFigureOut">
              <a:rPr lang="LID4096" smtClean="0"/>
              <a:t>09/12/2025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BD6206-FBEA-A984-0210-6C238BFEA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29243C-1DAA-FB38-3215-E9EA5F844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4F4BA-9ECE-4834-A1C0-C8A764EAE6A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64453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9D6B-05EA-9CC4-AC84-09F5E6340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E1A6E5-2284-09CF-3343-75CA87B3A0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76383-DC31-C9F2-9FBD-A288C854C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9F9ED-2410-4CD1-B5CD-D275AA293E22}" type="datetimeFigureOut">
              <a:rPr lang="LID4096" smtClean="0"/>
              <a:t>09/12/2025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820484-B58C-3F56-BF1A-29CC155CA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C416E2-FC07-1FD6-31CC-1E05E2F04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4F4BA-9ECE-4834-A1C0-C8A764EAE6A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69539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EF9FA1-1D44-9514-E5D3-C0D54E4AD3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793E8B-41C5-2A01-1DD5-7AA9C79F32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5E87A9-E716-CB04-95A9-FD8B33DE9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9F9ED-2410-4CD1-B5CD-D275AA293E22}" type="datetimeFigureOut">
              <a:rPr lang="LID4096" smtClean="0"/>
              <a:t>09/12/2025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96FCE7-6368-C762-C73A-FEFD52875D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AF784D-8FA1-65B2-E0F2-BE1DA87B5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4F4BA-9ECE-4834-A1C0-C8A764EAE6A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878602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sv-SE"/>
              <a:t>Klicka här för att ändra mall för underrubrikformat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  <p:pic>
        <p:nvPicPr>
          <p:cNvPr id="18" name="Bild 17">
            <a:extLst>
              <a:ext uri="{FF2B5EF4-FFF2-40B4-BE49-F238E27FC236}">
                <a16:creationId xmlns:a16="http://schemas.microsoft.com/office/drawing/2014/main" id="{42BCFCD7-74CB-442B-9206-4BBDA1D162E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47593" y="4100975"/>
            <a:ext cx="2736965" cy="273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39889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9937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377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/>
              <a:t>9/12/2025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93030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9/12/2025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4199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9/12/2025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4420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9/12/2025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48831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/>
              <a:t>9/12/2025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68140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sv-SE"/>
              <a:t>Klicka på ikonen för att lägga till en bild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9/12/2025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47751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ch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3239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 med beskriv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7546879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nko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51378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nkort för c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9587975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nt eller fals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08067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82232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43431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8BB35-7573-D613-269E-E95FBF1EB7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A5E402-5B59-FB17-56AB-DA58E3EAF6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85B88D-A3F9-414F-F76D-BFC653BDA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50D35-438B-41E9-BDE2-B658D3957A6D}" type="datetimeFigureOut">
              <a:rPr lang="en-GB" smtClean="0"/>
              <a:t>12/09/2025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4AE639-27AF-4356-4403-72D84D78E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678243-FB3D-03F6-90CB-1FA557E75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2737FA-DC85-4AD9-8658-285F461F85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333207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EE410-8E10-79A0-1A5C-1B595AC40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6E10EB-CC55-264F-E8B9-67B3EDFB3B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283E2C-D2DF-1769-53AD-C4EF521B7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50D35-438B-41E9-BDE2-B658D3957A6D}" type="datetimeFigureOut">
              <a:rPr lang="en-GB" smtClean="0"/>
              <a:t>12/09/2025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F83EB9-AAC5-0584-68B7-A4A940736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6B3742-E904-FED3-76E8-73B7B6133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2737FA-DC85-4AD9-8658-285F461F85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3026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F13C3-7AA8-4B09-15FF-04EE268C3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0DAD77-79F1-97C5-CF64-97C5A39F40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F1AC3C-BA9F-41D7-BB6F-D7FBC95B95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50D35-438B-41E9-BDE2-B658D3957A6D}" type="datetimeFigureOut">
              <a:rPr lang="en-GB" smtClean="0"/>
              <a:t>12/09/2025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938CDF-2A18-007D-C7A5-29F9E62C2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ED7D41-7306-C857-CE9A-55F56842D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2737FA-DC85-4AD9-8658-285F461F85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546763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D2D143-45DD-7A5C-5541-BCC482E0A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F6DAB-44FF-8F4F-626A-31B3E097AE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10D5AB-A64F-0E6E-A66B-9A49256C2F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8F4756-6A0F-1824-22E6-A32C5ED46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50D35-438B-41E9-BDE2-B658D3957A6D}" type="datetimeFigureOut">
              <a:rPr lang="en-GB" smtClean="0"/>
              <a:t>12/09/2025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5A92E4-3D45-1ED8-3C67-C0B21148E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EF451C-C81A-606A-F0C5-8B336C8F2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2737FA-DC85-4AD9-8658-285F461F85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189220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58E3B-0981-9900-D668-B34BC1998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E9BE5F-75EF-3217-DDC3-4ED492131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51EC0A-53FD-B65C-6569-1C5B9B3FCC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9C7C81-906B-1C27-041A-1EE5EED0F6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1A789F8-0980-1D34-41E1-FEAABAA268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F2380E7-5C7D-7099-0AA4-FD8B6F22D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50D35-438B-41E9-BDE2-B658D3957A6D}" type="datetimeFigureOut">
              <a:rPr lang="en-GB" smtClean="0"/>
              <a:t>12/09/2025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829338F-0879-4BD7-32FB-AE4345443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1254E4D-D8D5-70DD-A4D7-827830AA4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2737FA-DC85-4AD9-8658-285F461F85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846954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75A34-9E1A-42A4-CB10-B805F9E06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FD11EE-7982-46CA-CE88-6ADA2F5E3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50D35-438B-41E9-BDE2-B658D3957A6D}" type="datetimeFigureOut">
              <a:rPr lang="en-GB" smtClean="0"/>
              <a:t>12/09/2025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E66C81-FD12-5CE5-3511-98E342189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F82604-49B2-0B7F-5554-F32C0061F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2737FA-DC85-4AD9-8658-285F461F85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899797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D9DC3A-3F54-0611-3317-C49801F03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50D35-438B-41E9-BDE2-B658D3957A6D}" type="datetimeFigureOut">
              <a:rPr lang="en-GB" smtClean="0"/>
              <a:t>12/09/2025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50CAFA-BD19-6981-ED22-DFE7AC263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2074CD-15AF-764E-F5BD-E8BD7A148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2737FA-DC85-4AD9-8658-285F461F85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64942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02E6D-A82A-8BA3-0560-71926EB92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9078C-1469-D2BF-A072-8F61002630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73EA80-6412-ACE8-D811-3343396258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7FF30D-C7B8-5602-06AA-0263AC6FF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50D35-438B-41E9-BDE2-B658D3957A6D}" type="datetimeFigureOut">
              <a:rPr lang="en-GB" smtClean="0"/>
              <a:t>12/09/2025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1B410B-AA7D-9BBB-7F2B-0631F3F6B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17505F-FE68-2B85-392C-80CF58E93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2737FA-DC85-4AD9-8658-285F461F85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1030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1654D-AB82-3D93-4226-5A1947DE6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8E22ACC-3DF6-3848-9276-35881A7437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76DDCA-7C0D-C5D9-9F4A-9A1354DCA0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A2877E-8FB2-4871-E329-6CC0723F1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50D35-438B-41E9-BDE2-B658D3957A6D}" type="datetimeFigureOut">
              <a:rPr lang="en-GB" smtClean="0"/>
              <a:t>12/09/2025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FA6EC6-EFCF-F787-FC2D-F308FD10CD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019D46-3DDA-5003-74FA-098422CC2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2737FA-DC85-4AD9-8658-285F461F85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839170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7CBEF-2C29-2195-5859-2079329C4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AE69C9-00FE-D689-796F-1D774D7B50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9D476F-16BD-C3F7-2759-3317F4DB7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50D35-438B-41E9-BDE2-B658D3957A6D}" type="datetimeFigureOut">
              <a:rPr lang="en-GB" smtClean="0"/>
              <a:t>12/09/2025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A6C5D4-A396-224F-4018-AC23AE163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7675AD-221A-CDEE-A91C-C119C8B08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2737FA-DC85-4AD9-8658-285F461F85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595655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2A764F-1F01-2EA9-D592-BA22EEC5F4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38B344-C7F3-CCD8-6544-30D38AC016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3015E0-93D3-33D2-DB08-B070BD79D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50D35-438B-41E9-BDE2-B658D3957A6D}" type="datetimeFigureOut">
              <a:rPr lang="en-GB" smtClean="0"/>
              <a:t>12/09/2025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BEB90B-A9F3-D06C-3832-188BCF3DB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76F569-773A-4F95-EB89-8DDFD7B1C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2737FA-DC85-4AD9-8658-285F461F85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53169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19" Type="http://schemas.openxmlformats.org/officeDocument/2006/relationships/image" Target="../media/image2.svg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4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9.xml"/><Relationship Id="rId1" Type="http://schemas.openxmlformats.org/officeDocument/2006/relationships/slideLayout" Target="../slideLayouts/slideLayout28.xml"/><Relationship Id="rId6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61E12D-A286-B6C1-E107-F4B0D8D03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56572-87B7-2902-0728-41AFF9EE15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ACB777-553E-4D23-C7D4-9D8059D401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89F9ED-2410-4CD1-B5CD-D275AA293E22}" type="datetimeFigureOut">
              <a:rPr lang="LID4096" smtClean="0"/>
              <a:t>09/12/2025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4F4DEB-D6F8-9412-F14C-EEEAB909D4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470F63-2481-6091-985C-7523AEF10E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A4F4BA-9ECE-4834-A1C0-C8A764EAE6A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3542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5000"/>
                <a:lumOff val="95000"/>
              </a:schemeClr>
            </a:gs>
            <a:gs pos="100000">
              <a:srgbClr val="FFCCCC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/>
              <a:pPr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  <p:pic>
        <p:nvPicPr>
          <p:cNvPr id="9" name="Bild 8">
            <a:extLst>
              <a:ext uri="{FF2B5EF4-FFF2-40B4-BE49-F238E27FC236}">
                <a16:creationId xmlns:a16="http://schemas.microsoft.com/office/drawing/2014/main" id="{40A61AF8-6CA2-4DC0-AB0C-54B2BDCB308E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0634870" y="4988252"/>
            <a:ext cx="1849688" cy="18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637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7A3200B-A090-85C9-5E14-783544499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0AA6D9-C16B-92C8-4AF5-F493E0E0DB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F8D57-9C3D-9E5B-00F4-55BB8B64F4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250D35-438B-41E9-BDE2-B658D3957A6D}" type="datetimeFigureOut">
              <a:rPr lang="en-GB" smtClean="0"/>
              <a:t>12/09/2025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AD242F-1B49-03F3-36E5-BD0F1992AE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B3D2E4-1EAD-7876-75D0-65C1319B7A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2737FA-DC85-4AD9-8658-285F461F85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604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EEC31-E066-4E62-BAAB-C170893FFE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2257" y="1838476"/>
            <a:ext cx="10668000" cy="1646302"/>
          </a:xfrm>
        </p:spPr>
        <p:txBody>
          <a:bodyPr/>
          <a:lstStyle/>
          <a:p>
            <a:r>
              <a:rPr lang="en-US" sz="3200" dirty="0"/>
              <a:t>Everything you need to know about </a:t>
            </a:r>
            <a:br>
              <a:rPr lang="en-US" sz="3200" dirty="0"/>
            </a:br>
            <a:r>
              <a:rPr lang="en-US" sz="3200" dirty="0"/>
              <a:t>Temporal tables</a:t>
            </a:r>
            <a:br>
              <a:rPr lang="en-US" sz="3200" dirty="0"/>
            </a:br>
            <a:br>
              <a:rPr lang="en-US" sz="3200" dirty="0"/>
            </a:br>
            <a:r>
              <a:rPr lang="en-US" sz="2400" dirty="0"/>
              <a:t>…or at least enough to get started</a:t>
            </a:r>
            <a:endParaRPr lang="en-US" sz="3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9B0E28-205D-4B8D-B72F-75D77CF2161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Magnus Ahlkvist</a:t>
            </a:r>
          </a:p>
          <a:p>
            <a:r>
              <a:rPr lang="en-US" dirty="0"/>
              <a:t>He/Him</a:t>
            </a:r>
          </a:p>
        </p:txBody>
      </p:sp>
      <p:pic>
        <p:nvPicPr>
          <p:cNvPr id="5" name="Picture 4" descr="A picture containing person, looking, cellphone, phone&#10;&#10;Description automatically generated">
            <a:extLst>
              <a:ext uri="{FF2B5EF4-FFF2-40B4-BE49-F238E27FC236}">
                <a16:creationId xmlns:a16="http://schemas.microsoft.com/office/drawing/2014/main" id="{099A75BC-ED83-4232-8CE1-447DBDA9BC2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0596"/>
          <a:stretch/>
        </p:blipFill>
        <p:spPr>
          <a:xfrm>
            <a:off x="0" y="0"/>
            <a:ext cx="42699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71881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0C438DB-20F7-4B34-8E2C-4BF45E729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Session </a:t>
            </a:r>
            <a:r>
              <a:rPr lang="sv-SE" dirty="0" err="1"/>
              <a:t>contents</a:t>
            </a:r>
            <a:endParaRPr lang="sv-SE" dirty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3308BB25-8932-48AF-AEB6-FF932D5D49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800" dirty="0">
                <a:solidFill>
                  <a:schemeClr val="accent2"/>
                </a:solidFill>
              </a:rPr>
              <a:t>What are temporal tables and why should I care</a:t>
            </a:r>
          </a:p>
          <a:p>
            <a:r>
              <a:rPr lang="en-IN" dirty="0">
                <a:solidFill>
                  <a:schemeClr val="accent2"/>
                </a:solidFill>
              </a:rPr>
              <a:t>Create a new temporal/system-versioned table</a:t>
            </a:r>
          </a:p>
          <a:p>
            <a:r>
              <a:rPr lang="en-IN" dirty="0">
                <a:solidFill>
                  <a:schemeClr val="accent2"/>
                </a:solidFill>
              </a:rPr>
              <a:t>Make an existing table system-versioned</a:t>
            </a:r>
          </a:p>
          <a:p>
            <a:r>
              <a:rPr lang="en-IN" dirty="0">
                <a:solidFill>
                  <a:schemeClr val="accent2"/>
                </a:solidFill>
              </a:rPr>
              <a:t>Migrate another temporal pattern to system-versioned</a:t>
            </a:r>
          </a:p>
          <a:p>
            <a:r>
              <a:rPr lang="en-IN" dirty="0">
                <a:solidFill>
                  <a:schemeClr val="accent2"/>
                </a:solidFill>
              </a:rPr>
              <a:t>Some performance considerations</a:t>
            </a:r>
          </a:p>
          <a:p>
            <a:r>
              <a:rPr lang="en-IN" dirty="0">
                <a:solidFill>
                  <a:schemeClr val="accent2"/>
                </a:solidFill>
              </a:rPr>
              <a:t>What I’m want in addition to all this</a:t>
            </a:r>
          </a:p>
          <a:p>
            <a:endParaRPr lang="en-IN" sz="18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913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logos on a white background&#10;&#10;AI-generated content may be incorrect.">
            <a:extLst>
              <a:ext uri="{FF2B5EF4-FFF2-40B4-BE49-F238E27FC236}">
                <a16:creationId xmlns:a16="http://schemas.microsoft.com/office/drawing/2014/main" id="{A078A602-BC7E-9251-368C-903E58F03B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983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About</a:t>
            </a:r>
            <a:r>
              <a:rPr lang="sv-SE" dirty="0"/>
              <a:t> Magnus</a:t>
            </a:r>
          </a:p>
        </p:txBody>
      </p:sp>
      <p:sp>
        <p:nvSpPr>
          <p:cNvPr id="3" name="Platshållare för innehåll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sv-SE" dirty="0"/>
              <a:t>SQL Server </a:t>
            </a:r>
            <a:r>
              <a:rPr lang="sv-SE" dirty="0" err="1"/>
              <a:t>consultant</a:t>
            </a:r>
            <a:r>
              <a:rPr lang="sv-SE" dirty="0"/>
              <a:t> </a:t>
            </a:r>
            <a:r>
              <a:rPr lang="sv-SE" dirty="0" err="1"/>
              <a:t>Transmokopter</a:t>
            </a:r>
            <a:r>
              <a:rPr lang="sv-SE" dirty="0"/>
              <a:t> SQL AB</a:t>
            </a:r>
          </a:p>
          <a:p>
            <a:r>
              <a:rPr lang="sv-SE" dirty="0"/>
              <a:t>Data Platform MVP</a:t>
            </a:r>
          </a:p>
          <a:p>
            <a:r>
              <a:rPr lang="sv-SE" dirty="0"/>
              <a:t>Social media: @transmokopter</a:t>
            </a:r>
          </a:p>
          <a:p>
            <a:r>
              <a:rPr lang="sv-SE" dirty="0"/>
              <a:t>E-mail: magnus@transmokopter.se</a:t>
            </a:r>
          </a:p>
        </p:txBody>
      </p:sp>
      <p:pic>
        <p:nvPicPr>
          <p:cNvPr id="3074" name="Picture 2" descr="It's SQL Friday">
            <a:extLst>
              <a:ext uri="{FF2B5EF4-FFF2-40B4-BE49-F238E27FC236}">
                <a16:creationId xmlns:a16="http://schemas.microsoft.com/office/drawing/2014/main" id="{55C1E9F1-1FC2-A8A4-2E27-8848A1CD7A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2553" y="816638"/>
            <a:ext cx="2857500" cy="2228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49FB2397-446C-E023-AC9C-4F7894C1DD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2553" y="3429000"/>
            <a:ext cx="1724025" cy="704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832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0BDE3-F4E3-AE3B-359C-EF127300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are temporal tables and why should I care?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E2BF73-82E9-2F1F-43E7-8F295D6F1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Temporal tables = system-versioned tables</a:t>
            </a:r>
          </a:p>
          <a:p>
            <a:r>
              <a:rPr lang="en-GB" dirty="0"/>
              <a:t>Automatic versioning of rows in a table</a:t>
            </a:r>
          </a:p>
          <a:p>
            <a:pPr lvl="1"/>
            <a:r>
              <a:rPr lang="en-GB" dirty="0"/>
              <a:t>Old value is moved into history table when a row is updated</a:t>
            </a:r>
          </a:p>
          <a:p>
            <a:pPr lvl="1"/>
            <a:r>
              <a:rPr lang="en-GB" dirty="0"/>
              <a:t>Old value is moved into history table when a row is deleted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sz="2400" dirty="0"/>
              <a:t>…and why should I care?</a:t>
            </a:r>
          </a:p>
          <a:p>
            <a:r>
              <a:rPr lang="en-GB" sz="2400" dirty="0"/>
              <a:t>We need to maintain an audit-trail</a:t>
            </a:r>
          </a:p>
          <a:p>
            <a:r>
              <a:rPr lang="en-GB" sz="2400" dirty="0"/>
              <a:t>Or we need to know what the price was for a product at a specific point in time</a:t>
            </a:r>
          </a:p>
          <a:p>
            <a:r>
              <a:rPr lang="en-GB" sz="2400" dirty="0"/>
              <a:t>System-time properties of a table can be used for loading SCD2 dimensions in a Data Warehouse</a:t>
            </a:r>
          </a:p>
          <a:p>
            <a:pPr marL="0" indent="0">
              <a:buNone/>
            </a:pP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2309318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3506C-F8E4-30C1-7E15-086578F66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Three scenarios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563E6-E2F4-FBD6-5A01-E5B17224FA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new table with versioning</a:t>
            </a:r>
          </a:p>
          <a:p>
            <a:pPr lvl="1"/>
            <a:r>
              <a:rPr lang="en-GB" dirty="0"/>
              <a:t>“Easy” – just create the table as system versioned</a:t>
            </a:r>
          </a:p>
          <a:p>
            <a:r>
              <a:rPr lang="en-GB" dirty="0"/>
              <a:t>An existing table that you want to start versioning</a:t>
            </a:r>
          </a:p>
          <a:p>
            <a:pPr lvl="1"/>
            <a:r>
              <a:rPr lang="en-GB" dirty="0"/>
              <a:t>“Less easy but not really too hard”. Create the From- and To-columns, give them default values and then start versioning.</a:t>
            </a:r>
          </a:p>
          <a:p>
            <a:r>
              <a:rPr lang="en-GB" dirty="0"/>
              <a:t>An existing table versioned with some sort of home-cooked temporal pattern</a:t>
            </a:r>
          </a:p>
          <a:p>
            <a:pPr lvl="1"/>
            <a:r>
              <a:rPr lang="en-GB" dirty="0"/>
              <a:t>“More complex, implementation requires downtime”. Alter existing columns to datetime2(7). Create history table. Move history rows to history table. Set new To-value, if it’s not already 9999-12-31 23:59:59.9999999.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712948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A1E9D-B2EF-967E-E277-90525DD93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does it work?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1930CA-9BC4-3C7B-0266-4EAD77066D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8000" dirty="0"/>
              <a:t>Demo</a:t>
            </a:r>
          </a:p>
          <a:p>
            <a:pPr marL="0" indent="0">
              <a:buNone/>
            </a:pPr>
            <a:endParaRPr lang="en-GB" sz="8000" dirty="0"/>
          </a:p>
          <a:p>
            <a:pPr marL="0" indent="0">
              <a:buNone/>
            </a:pPr>
            <a:endParaRPr lang="LID4096" sz="4000" dirty="0"/>
          </a:p>
        </p:txBody>
      </p:sp>
    </p:spTree>
    <p:extLst>
      <p:ext uri="{BB962C8B-B14F-4D97-AF65-F5344CB8AC3E}">
        <p14:creationId xmlns:p14="http://schemas.microsoft.com/office/powerpoint/2010/main" val="4761829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B9DF0-068F-382F-D987-12A02A3C0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about business-time?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5D623-1F3C-437C-D3A0-CEF6E919D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Business time dimension</a:t>
            </a:r>
          </a:p>
          <a:p>
            <a:pPr lvl="1"/>
            <a:r>
              <a:rPr lang="en-GB" dirty="0"/>
              <a:t>Price is updated. But </a:t>
            </a:r>
            <a:r>
              <a:rPr lang="en-GB" dirty="0" err="1"/>
              <a:t>ValidFrom</a:t>
            </a:r>
            <a:r>
              <a:rPr lang="en-GB" dirty="0"/>
              <a:t> is not when the row was physically changed</a:t>
            </a:r>
          </a:p>
          <a:p>
            <a:r>
              <a:rPr lang="en-GB" dirty="0"/>
              <a:t>DB/2 has had this since long</a:t>
            </a:r>
          </a:p>
          <a:p>
            <a:r>
              <a:rPr lang="en-GB" dirty="0"/>
              <a:t>Would be more useful for SCD2</a:t>
            </a:r>
          </a:p>
          <a:p>
            <a:pPr lvl="1"/>
            <a:r>
              <a:rPr lang="en-GB" dirty="0"/>
              <a:t>… and lots of other scenarios</a:t>
            </a:r>
          </a:p>
        </p:txBody>
      </p:sp>
    </p:spTree>
    <p:extLst>
      <p:ext uri="{BB962C8B-B14F-4D97-AF65-F5344CB8AC3E}">
        <p14:creationId xmlns:p14="http://schemas.microsoft.com/office/powerpoint/2010/main" val="17277967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logos on a white background&#10;&#10;AI-generated content may be incorrect.">
            <a:extLst>
              <a:ext uri="{FF2B5EF4-FFF2-40B4-BE49-F238E27FC236}">
                <a16:creationId xmlns:a16="http://schemas.microsoft.com/office/drawing/2014/main" id="{A078A602-BC7E-9251-368C-903E58F03B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058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ow wearing sunglasses&#10;&#10;AI-generated content may be incorrect.">
            <a:extLst>
              <a:ext uri="{FF2B5EF4-FFF2-40B4-BE49-F238E27FC236}">
                <a16:creationId xmlns:a16="http://schemas.microsoft.com/office/drawing/2014/main" id="{6DF4EDEF-746A-9FB0-25CD-78DE660D34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8199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map with white text&#10;&#10;AI-generated content may be incorrect.">
            <a:extLst>
              <a:ext uri="{FF2B5EF4-FFF2-40B4-BE49-F238E27FC236}">
                <a16:creationId xmlns:a16="http://schemas.microsoft.com/office/drawing/2014/main" id="{4CA774EC-8E4C-70D5-FA67-037F602B3F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951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DF088-3A05-F62B-9249-2C136CA01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91EB7-0A1A-2421-AE65-E43831A063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6" name="Picture 5" descr="A qr code on a blue background&#10;&#10;AI-generated content may be incorrect.">
            <a:extLst>
              <a:ext uri="{FF2B5EF4-FFF2-40B4-BE49-F238E27FC236}">
                <a16:creationId xmlns:a16="http://schemas.microsoft.com/office/drawing/2014/main" id="{8075FE51-F9AC-6F8D-1466-57E356A3E8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775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asett">
  <a:themeElements>
    <a:clrScheme name="Varm blå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oupBy_Eight_hours_of_work_in_20_minutes_Partitioning_Rox.pptx" id="{70D7657E-FDF3-4AF8-B760-E8DCE5C23891}" vid="{32728EFA-864A-41EB-A785-94AF657B65F5}"/>
    </a:ext>
  </a:extLst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325</Words>
  <Application>Microsoft Office PowerPoint</Application>
  <PresentationFormat>Widescreen</PresentationFormat>
  <Paragraphs>40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12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Calibri Light</vt:lpstr>
      <vt:lpstr>Roboto Light</vt:lpstr>
      <vt:lpstr>Source Sans Pro</vt:lpstr>
      <vt:lpstr>Trebuchet MS</vt:lpstr>
      <vt:lpstr>Wingdings 3</vt:lpstr>
      <vt:lpstr>Office Theme</vt:lpstr>
      <vt:lpstr>Fasett</vt:lpstr>
      <vt:lpstr>1_Office Theme</vt:lpstr>
      <vt:lpstr>Everything you need to know about  Temporal tables  …or at least enough to get started</vt:lpstr>
      <vt:lpstr>Session contents</vt:lpstr>
      <vt:lpstr>PowerPoint Presentation</vt:lpstr>
      <vt:lpstr>About Magnus</vt:lpstr>
      <vt:lpstr>What are temporal tables and why should I care?</vt:lpstr>
      <vt:lpstr>Three scenarios</vt:lpstr>
      <vt:lpstr>How does it work?</vt:lpstr>
      <vt:lpstr>How about business-time?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Magnus Ahlkvist</dc:creator>
  <cp:lastModifiedBy>Magnus Ahlkvist</cp:lastModifiedBy>
  <cp:revision>10</cp:revision>
  <dcterms:created xsi:type="dcterms:W3CDTF">2022-05-20T07:54:08Z</dcterms:created>
  <dcterms:modified xsi:type="dcterms:W3CDTF">2025-09-12T08:06:35Z</dcterms:modified>
</cp:coreProperties>
</file>