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9" r:id="rId4"/>
    <p:sldId id="258" r:id="rId5"/>
    <p:sldId id="276" r:id="rId6"/>
    <p:sldId id="263" r:id="rId7"/>
    <p:sldId id="264" r:id="rId8"/>
    <p:sldId id="268" r:id="rId9"/>
    <p:sldId id="269" r:id="rId10"/>
    <p:sldId id="260" r:id="rId11"/>
    <p:sldId id="270" r:id="rId12"/>
    <p:sldId id="261" r:id="rId13"/>
    <p:sldId id="277" r:id="rId14"/>
    <p:sldId id="267" r:id="rId15"/>
    <p:sldId id="262" r:id="rId16"/>
    <p:sldId id="271" r:id="rId17"/>
    <p:sldId id="265" r:id="rId18"/>
    <p:sldId id="266" r:id="rId19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992" autoAdjust="0"/>
    <p:restoredTop sz="94660"/>
  </p:normalViewPr>
  <p:slideViewPr>
    <p:cSldViewPr snapToGrid="0">
      <p:cViewPr varScale="1">
        <p:scale>
          <a:sx n="98" d="100"/>
          <a:sy n="98" d="100"/>
        </p:scale>
        <p:origin x="272" y="2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85829-DE77-4927-8834-2B86EE4EE4A6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7696F89-4EC9-4E3B-A938-FB03ACBE0CE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7295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This is when we do the first demo. Functions, Cursors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696F89-4EC9-4E3B-A938-FB03ACBE0CE6}" type="slidenum">
              <a:rPr lang="LID4096" smtClean="0"/>
              <a:t>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604787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This is when we do the second demo. The one about naming procedures </a:t>
            </a:r>
            <a:r>
              <a:rPr lang="en-GB" dirty="0" err="1"/>
              <a:t>sp_procname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696F89-4EC9-4E3B-A938-FB03ACBE0CE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852009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Crash Boom Bang demo goes here</a:t>
            </a:r>
            <a:endParaRPr lang="LID4096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7696F89-4EC9-4E3B-A938-FB03ACBE0CE6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3315136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7DBFE-28A2-C337-1495-2EA76A034A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D2E194-48C5-FE33-887B-3C8B7E391F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D4A0A-BDB5-6983-0669-F44B62D9E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C624-DE7C-4C92-B706-E4A2487C993D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5938EE-6721-B45A-374D-CE4C083BE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A1974F-323C-D578-C070-FFADE00F5B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FD38B-692B-4B34-8B2D-739CC2ED8E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62297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1BE50-B8D4-BE6C-3B7E-E1C55F55E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4E4B5-30D4-F02F-E122-0880C2D023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77421E-D872-396F-E8F0-1E692D0F1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C624-DE7C-4C92-B706-E4A2487C993D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EA6183-35CE-3007-EF8C-1081B7180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C178BD-8AA4-C71E-A1A2-4CA3BDA57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FD38B-692B-4B34-8B2D-739CC2ED8E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38719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8F6AE-CD34-3D4F-979E-2C194DCC1B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406D684-8A49-75B5-5B1F-0B6FEC3A64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9471F10-D2A2-4B68-9281-B1C2B02FF7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C624-DE7C-4C92-B706-E4A2487C993D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5807-044F-D379-760E-E97993A5F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74EB8E-664C-D693-F098-B8BE96FCF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FD38B-692B-4B34-8B2D-739CC2ED8E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921393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DB3E7-D443-A0A0-8F71-0CDCFD734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60BAF2-A877-DADA-509F-22339CEACA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2F604D-819D-F9A9-C5E5-DDD19F602D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EB40B8-B6B3-3D19-FA3F-3100630C4E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C624-DE7C-4C92-B706-E4A2487C993D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694D5-4A0B-1339-3020-DCFABBA79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52C15D0-AF91-41DB-BF2E-AD6F0590E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FD38B-692B-4B34-8B2D-739CC2ED8E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680817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2FE710-8370-D591-5B4C-46AEA49873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EED37B-DF99-47DF-7701-51B9A1B78C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F3BF7D-390A-40BB-8272-609458A6A1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BC73923-50FE-D16D-6026-DE7A888125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785A00F-81BC-606B-9155-7CCB8670DB6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A6C6D88-A4E9-77CB-7FD1-311C03BF3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C624-DE7C-4C92-B706-E4A2487C993D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388FFFB-3EAE-FD55-DB7C-9D4A2A73A8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1D10D6-676B-3F48-477A-BFCCB4016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FD38B-692B-4B34-8B2D-739CC2ED8E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560891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15937-3850-242A-8265-D244D958CE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5D15762-5680-AB9A-B4AE-F4C643B9A0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C624-DE7C-4C92-B706-E4A2487C993D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BFC7CD-BE69-3522-25CD-0B882A772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7C3230-00BA-7813-CB90-9F3ED5386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FD38B-692B-4B34-8B2D-739CC2ED8E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431617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BA147C9-D350-8A32-6ADB-67A103C651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C624-DE7C-4C92-B706-E4A2487C993D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B42E11E-0578-40CB-695B-7E0551379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C0786-D28E-C060-E613-0B4FAB7F8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FD38B-692B-4B34-8B2D-739CC2ED8E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624720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E5CEE3-DEA0-9C25-80B9-75EAE4DD17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F73ED-A5D0-3BCA-CD2E-0293FD3B45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59CD760-31DC-4476-7EBA-BC418A430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10E343-DC66-C3E9-871C-22016D65B0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C624-DE7C-4C92-B706-E4A2487C993D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5CE31B-D4CD-9F69-5FBD-F54324A557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381AFD-D3EA-EF52-5855-6E74EA041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FD38B-692B-4B34-8B2D-739CC2ED8E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069967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A6A8E-BAAF-CB8A-957C-5C07E5ED58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CB54E06-A6FF-0480-FE74-ABC3FDDBAC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CD79FB6-2F3C-3FF8-9142-8F5F1E7FEA3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D6FC07-CE4F-061C-125F-92664A896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C624-DE7C-4C92-B706-E4A2487C993D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38C227-B84D-FACB-3910-0B992173C3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65DD14-3BAB-5AD2-67B7-53A07B935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FD38B-692B-4B34-8B2D-739CC2ED8E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133849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E4302B-6B6B-E3C7-B644-CFB696D24A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CABC80A-B7A3-C900-EF0B-C1636E8626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ECB901-63CD-88BA-0150-380BA52D5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C624-DE7C-4C92-B706-E4A2487C993D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492E4F-FF44-E7CD-BD2C-FBB6F60D2D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3D3F22-A337-374B-B251-FAF4AA87C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FD38B-692B-4B34-8B2D-739CC2ED8E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2301073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BE1C387-83CD-98F0-83C5-0B501FF02D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1E2B64-E15E-7CE4-3C6A-00A99AEC427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DCA5DD-861F-1AED-6ADA-E04F540464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69C624-DE7C-4C92-B706-E4A2487C993D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4E792-9695-7D31-AB70-0B210D0CEE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A513A8-761A-E4E8-E754-395D3E2C6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FD38B-692B-4B34-8B2D-739CC2ED8E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7296431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F31BCEC-C418-37D8-4319-E2F550A02B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C2FF07-4AB2-8614-C601-33087AA5F3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CFF618-209E-CD4A-BF55-5E794D77F5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669C624-DE7C-4C92-B706-E4A2487C993D}" type="datetimeFigureOut">
              <a:rPr lang="LID4096" smtClean="0"/>
              <a:t>10/16/2025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733E08-A824-2B1B-CEAD-C2E0E8F2A6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D1E924-277E-174F-8485-74545EADA75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5FD38B-692B-4B34-8B2D-739CC2ED8ECD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722522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roofpoint.com/us/blog/information-protection/2024-data-loss-landscape-report-dlp" TargetMode="External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8F9539-A255-7F8D-F466-40D670B00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7715" y="467271"/>
            <a:ext cx="4195674" cy="2052522"/>
          </a:xfrm>
        </p:spPr>
        <p:txBody>
          <a:bodyPr anchor="b">
            <a:normAutofit/>
          </a:bodyPr>
          <a:lstStyle/>
          <a:p>
            <a:r>
              <a:rPr lang="en-GB" sz="4800"/>
              <a:t>SQL Server Worst Practices</a:t>
            </a:r>
            <a:endParaRPr lang="LID4096" sz="480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Content Placeholder 10" descr="A person holding a phone and a pile of data&#10;&#10;Description automatically generated">
            <a:extLst>
              <a:ext uri="{FF2B5EF4-FFF2-40B4-BE49-F238E27FC236}">
                <a16:creationId xmlns:a16="http://schemas.microsoft.com/office/drawing/2014/main" id="{8A02193C-C8D8-8F90-8477-694BD4FABD14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" b="-3"/>
          <a:stretch/>
        </p:blipFill>
        <p:spPr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</p:spPr>
      </p:pic>
      <p:sp>
        <p:nvSpPr>
          <p:cNvPr id="22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4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6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28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52DFB381-84D2-CF77-B96F-28ECB044E438}"/>
              </a:ext>
            </a:extLst>
          </p:cNvPr>
          <p:cNvSpPr/>
          <p:nvPr/>
        </p:nvSpPr>
        <p:spPr>
          <a:xfrm>
            <a:off x="6657715" y="4127157"/>
            <a:ext cx="4691958" cy="451021"/>
          </a:xfrm>
          <a:prstGeom prst="rect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5" name="Content Placeholder 14">
            <a:extLst>
              <a:ext uri="{FF2B5EF4-FFF2-40B4-BE49-F238E27FC236}">
                <a16:creationId xmlns:a16="http://schemas.microsoft.com/office/drawing/2014/main" id="{7D46E723-36CF-FF30-6F83-F8801A37E9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57715" y="2990818"/>
            <a:ext cx="4846421" cy="29138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Magnus Ahlkvist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SQL Server Specialist</a:t>
            </a:r>
          </a:p>
          <a:p>
            <a:pPr marL="0" indent="0">
              <a:buNone/>
            </a:pPr>
            <a:r>
              <a:rPr lang="en-US" sz="2000" dirty="0" err="1">
                <a:solidFill>
                  <a:schemeClr val="tx1">
                    <a:alpha val="80000"/>
                  </a:schemeClr>
                </a:solidFill>
              </a:rPr>
              <a:t>Transmokopter</a:t>
            </a: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 SQL AB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github.com/</a:t>
            </a:r>
            <a:r>
              <a:rPr lang="en-US" sz="2000" dirty="0" err="1">
                <a:solidFill>
                  <a:schemeClr val="bg1">
                    <a:alpha val="80000"/>
                  </a:schemeClr>
                </a:solidFill>
              </a:rPr>
              <a:t>transmokopter</a:t>
            </a:r>
            <a:r>
              <a:rPr lang="en-US" sz="2000" dirty="0">
                <a:solidFill>
                  <a:schemeClr val="bg1">
                    <a:alpha val="80000"/>
                  </a:schemeClr>
                </a:solidFill>
              </a:rPr>
              <a:t>/Presentations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@transmokopter on social media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Data Platform MVP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tx1">
                    <a:alpha val="80000"/>
                  </a:schemeClr>
                </a:solidFill>
              </a:rPr>
              <a:t>Maker of mistakes</a:t>
            </a:r>
          </a:p>
        </p:txBody>
      </p:sp>
    </p:spTree>
    <p:extLst>
      <p:ext uri="{BB962C8B-B14F-4D97-AF65-F5344CB8AC3E}">
        <p14:creationId xmlns:p14="http://schemas.microsoft.com/office/powerpoint/2010/main" val="2359382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71B2258F-86CA-4D4D-8270-BC05FCDEBF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7999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 descr="A person sitting in front of a computer&#10;&#10;Description automatically generated">
            <a:extLst>
              <a:ext uri="{FF2B5EF4-FFF2-40B4-BE49-F238E27FC236}">
                <a16:creationId xmlns:a16="http://schemas.microsoft.com/office/drawing/2014/main" id="{1F822079-BEAA-2733-7249-D877095A5BBC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413" b="32337"/>
          <a:stretch/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659AA38-7B9B-8154-F108-2C89BCB89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122362"/>
            <a:ext cx="9144000" cy="290051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6000" dirty="0">
                <a:ln w="22225">
                  <a:solidFill>
                    <a:schemeClr val="tx1"/>
                  </a:solidFill>
                  <a:miter lim="800000"/>
                </a:ln>
                <a:solidFill>
                  <a:srgbClr val="FFFFFF"/>
                </a:solidFill>
              </a:rPr>
              <a:t>Developer oriented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5E6815-7B93-E2D5-8EF8-C98CEB97ACD5}"/>
              </a:ext>
            </a:extLst>
          </p:cNvPr>
          <p:cNvSpPr txBox="1"/>
          <p:nvPr/>
        </p:nvSpPr>
        <p:spPr>
          <a:xfrm>
            <a:off x="1524000" y="4159404"/>
            <a:ext cx="9144000" cy="1098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400" dirty="0">
                <a:solidFill>
                  <a:srgbClr val="FFFFFF"/>
                </a:solidFill>
              </a:rPr>
              <a:t>How to make the code really slow and hard to maintain</a:t>
            </a:r>
          </a:p>
        </p:txBody>
      </p:sp>
    </p:spTree>
    <p:extLst>
      <p:ext uri="{BB962C8B-B14F-4D97-AF65-F5344CB8AC3E}">
        <p14:creationId xmlns:p14="http://schemas.microsoft.com/office/powerpoint/2010/main" val="363589364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25166D1-1B21-4128-AC42-61745528E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E78E67F-8EC1-1832-1A47-8476D8AD56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1825" y="1641752"/>
            <a:ext cx="4391024" cy="1323439"/>
          </a:xfrm>
        </p:spPr>
        <p:txBody>
          <a:bodyPr anchor="t">
            <a:normAutofit/>
          </a:bodyPr>
          <a:lstStyle/>
          <a:p>
            <a:r>
              <a:rPr lang="en-GB" sz="2800">
                <a:solidFill>
                  <a:schemeClr val="bg1"/>
                </a:solidFill>
              </a:rPr>
              <a:t>Bring your C# knowledge into your T-SQL programming</a:t>
            </a:r>
            <a:endParaRPr lang="LID4096" sz="2800">
              <a:solidFill>
                <a:schemeClr val="bg1"/>
              </a:solidFill>
            </a:endParaRPr>
          </a:p>
        </p:txBody>
      </p:sp>
      <p:pic>
        <p:nvPicPr>
          <p:cNvPr id="5" name="Content Placeholder 4" descr="A computer screen with colorful lines&#10;&#10;Description automatically generated">
            <a:extLst>
              <a:ext uri="{FF2B5EF4-FFF2-40B4-BE49-F238E27FC236}">
                <a16:creationId xmlns:a16="http://schemas.microsoft.com/office/drawing/2014/main" id="{19A54A7E-12CE-B946-BBB9-326494F7C6F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84" r="2200"/>
          <a:stretch/>
        </p:blipFill>
        <p:spPr>
          <a:xfrm>
            <a:off x="20" y="2"/>
            <a:ext cx="6186992" cy="6857998"/>
          </a:xfrm>
          <a:custGeom>
            <a:avLst/>
            <a:gdLst/>
            <a:ahLst/>
            <a:cxnLst/>
            <a:rect l="l" t="t" r="r" b="b"/>
            <a:pathLst>
              <a:path w="6187012" h="6857998">
                <a:moveTo>
                  <a:pt x="5434855" y="6118149"/>
                </a:moveTo>
                <a:cubicBezTo>
                  <a:pt x="5441404" y="6124102"/>
                  <a:pt x="5449025" y="6129341"/>
                  <a:pt x="5456075" y="6133723"/>
                </a:cubicBezTo>
                <a:cubicBezTo>
                  <a:pt x="5463218" y="6138152"/>
                  <a:pt x="5468564" y="6143474"/>
                  <a:pt x="5472234" y="6149380"/>
                </a:cubicBezTo>
                <a:lnTo>
                  <a:pt x="5477710" y="6166562"/>
                </a:lnTo>
                <a:lnTo>
                  <a:pt x="5472234" y="6149379"/>
                </a:lnTo>
                <a:cubicBezTo>
                  <a:pt x="5468564" y="6143474"/>
                  <a:pt x="5463218" y="6138152"/>
                  <a:pt x="5456075" y="6133722"/>
                </a:cubicBezTo>
                <a:cubicBezTo>
                  <a:pt x="5449025" y="6129341"/>
                  <a:pt x="5441404" y="6124102"/>
                  <a:pt x="5434855" y="6118149"/>
                </a:cubicBezTo>
                <a:close/>
                <a:moveTo>
                  <a:pt x="5343013" y="4941372"/>
                </a:moveTo>
                <a:lnTo>
                  <a:pt x="5346342" y="4950869"/>
                </a:lnTo>
                <a:lnTo>
                  <a:pt x="5356027" y="4991382"/>
                </a:lnTo>
                <a:lnTo>
                  <a:pt x="5346342" y="4950868"/>
                </a:lnTo>
                <a:close/>
                <a:moveTo>
                  <a:pt x="5346951" y="4749807"/>
                </a:moveTo>
                <a:cubicBezTo>
                  <a:pt x="5334815" y="4762826"/>
                  <a:pt x="5333958" y="4781365"/>
                  <a:pt x="5332244" y="4799797"/>
                </a:cubicBezTo>
                <a:cubicBezTo>
                  <a:pt x="5333958" y="4781365"/>
                  <a:pt x="5334815" y="4762827"/>
                  <a:pt x="5346951" y="4749807"/>
                </a:cubicBezTo>
                <a:close/>
                <a:moveTo>
                  <a:pt x="5364750" y="4543185"/>
                </a:moveTo>
                <a:cubicBezTo>
                  <a:pt x="5365727" y="4548281"/>
                  <a:pt x="5367775" y="4553662"/>
                  <a:pt x="5370156" y="4557092"/>
                </a:cubicBezTo>
                <a:cubicBezTo>
                  <a:pt x="5381776" y="4573618"/>
                  <a:pt x="5390563" y="4588275"/>
                  <a:pt x="5396519" y="4602021"/>
                </a:cubicBezTo>
                <a:cubicBezTo>
                  <a:pt x="5390563" y="4588275"/>
                  <a:pt x="5381776" y="4573618"/>
                  <a:pt x="5370156" y="4557091"/>
                </a:cubicBezTo>
                <a:close/>
                <a:moveTo>
                  <a:pt x="5830968" y="2819253"/>
                </a:moveTo>
                <a:lnTo>
                  <a:pt x="5842611" y="2827484"/>
                </a:lnTo>
                <a:lnTo>
                  <a:pt x="5842613" y="2827486"/>
                </a:lnTo>
                <a:lnTo>
                  <a:pt x="5871116" y="2861156"/>
                </a:lnTo>
                <a:lnTo>
                  <a:pt x="5861462" y="2842392"/>
                </a:lnTo>
                <a:lnTo>
                  <a:pt x="5842613" y="2827486"/>
                </a:lnTo>
                <a:lnTo>
                  <a:pt x="5842611" y="2827483"/>
                </a:lnTo>
                <a:close/>
                <a:moveTo>
                  <a:pt x="5761313" y="1974015"/>
                </a:moveTo>
                <a:lnTo>
                  <a:pt x="5754799" y="1999763"/>
                </a:lnTo>
                <a:cubicBezTo>
                  <a:pt x="5750990" y="2008056"/>
                  <a:pt x="5745310" y="2016020"/>
                  <a:pt x="5737071" y="2023547"/>
                </a:cubicBezTo>
                <a:cubicBezTo>
                  <a:pt x="5753550" y="2008497"/>
                  <a:pt x="5759789" y="1991685"/>
                  <a:pt x="5761313" y="1974015"/>
                </a:cubicBezTo>
                <a:close/>
                <a:moveTo>
                  <a:pt x="5744119" y="1768838"/>
                </a:moveTo>
                <a:cubicBezTo>
                  <a:pt x="5739738" y="1774411"/>
                  <a:pt x="5736975" y="1779948"/>
                  <a:pt x="5735518" y="1785412"/>
                </a:cubicBezTo>
                <a:lnTo>
                  <a:pt x="5734738" y="1801558"/>
                </a:lnTo>
                <a:cubicBezTo>
                  <a:pt x="5733070" y="1790986"/>
                  <a:pt x="5735356" y="1779981"/>
                  <a:pt x="5744119" y="1768838"/>
                </a:cubicBezTo>
                <a:close/>
                <a:moveTo>
                  <a:pt x="5853708" y="520953"/>
                </a:moveTo>
                <a:lnTo>
                  <a:pt x="5846981" y="549926"/>
                </a:lnTo>
                <a:lnTo>
                  <a:pt x="5840726" y="566616"/>
                </a:lnTo>
                <a:lnTo>
                  <a:pt x="5834776" y="581804"/>
                </a:lnTo>
                <a:lnTo>
                  <a:pt x="5834358" y="583595"/>
                </a:lnTo>
                <a:lnTo>
                  <a:pt x="5832183" y="589388"/>
                </a:lnTo>
                <a:cubicBezTo>
                  <a:pt x="5829783" y="597005"/>
                  <a:pt x="5828025" y="604728"/>
                  <a:pt x="5827560" y="612658"/>
                </a:cubicBezTo>
                <a:lnTo>
                  <a:pt x="5834358" y="583595"/>
                </a:lnTo>
                <a:lnTo>
                  <a:pt x="5840674" y="566754"/>
                </a:lnTo>
                <a:lnTo>
                  <a:pt x="5840726" y="566616"/>
                </a:lnTo>
                <a:lnTo>
                  <a:pt x="5846564" y="551717"/>
                </a:lnTo>
                <a:lnTo>
                  <a:pt x="5846981" y="549926"/>
                </a:lnTo>
                <a:lnTo>
                  <a:pt x="5849145" y="544146"/>
                </a:lnTo>
                <a:cubicBezTo>
                  <a:pt x="5851532" y="536547"/>
                  <a:pt x="5853271" y="528850"/>
                  <a:pt x="5853708" y="520953"/>
                </a:cubicBezTo>
                <a:close/>
                <a:moveTo>
                  <a:pt x="5802605" y="268794"/>
                </a:moveTo>
                <a:cubicBezTo>
                  <a:pt x="5800080" y="279176"/>
                  <a:pt x="5798377" y="289296"/>
                  <a:pt x="5797729" y="299164"/>
                </a:cubicBezTo>
                <a:cubicBezTo>
                  <a:pt x="5797080" y="309031"/>
                  <a:pt x="5797485" y="318646"/>
                  <a:pt x="5799176" y="328017"/>
                </a:cubicBezTo>
                <a:close/>
                <a:moveTo>
                  <a:pt x="0" y="0"/>
                </a:moveTo>
                <a:lnTo>
                  <a:pt x="6120021" y="0"/>
                </a:lnTo>
                <a:lnTo>
                  <a:pt x="6115806" y="24480"/>
                </a:lnTo>
                <a:cubicBezTo>
                  <a:pt x="6113321" y="32636"/>
                  <a:pt x="6109559" y="40471"/>
                  <a:pt x="6103795" y="47806"/>
                </a:cubicBezTo>
                <a:cubicBezTo>
                  <a:pt x="6088935" y="66857"/>
                  <a:pt x="6092364" y="85336"/>
                  <a:pt x="6094651" y="105718"/>
                </a:cubicBezTo>
                <a:cubicBezTo>
                  <a:pt x="6096365" y="121150"/>
                  <a:pt x="6095794" y="136963"/>
                  <a:pt x="6095986" y="152584"/>
                </a:cubicBezTo>
                <a:cubicBezTo>
                  <a:pt x="6096555" y="180017"/>
                  <a:pt x="6096746" y="207450"/>
                  <a:pt x="6097699" y="234883"/>
                </a:cubicBezTo>
                <a:cubicBezTo>
                  <a:pt x="6098079" y="243648"/>
                  <a:pt x="6102844" y="252600"/>
                  <a:pt x="6102082" y="261173"/>
                </a:cubicBezTo>
                <a:cubicBezTo>
                  <a:pt x="6098461" y="300800"/>
                  <a:pt x="6092746" y="340425"/>
                  <a:pt x="6089507" y="380050"/>
                </a:cubicBezTo>
                <a:cubicBezTo>
                  <a:pt x="6087603" y="402529"/>
                  <a:pt x="6091220" y="425581"/>
                  <a:pt x="6088555" y="447870"/>
                </a:cubicBezTo>
                <a:cubicBezTo>
                  <a:pt x="6085507" y="473587"/>
                  <a:pt x="6077697" y="498733"/>
                  <a:pt x="6072932" y="524262"/>
                </a:cubicBezTo>
                <a:cubicBezTo>
                  <a:pt x="6071600" y="531310"/>
                  <a:pt x="6073315" y="539121"/>
                  <a:pt x="6073694" y="546552"/>
                </a:cubicBezTo>
                <a:cubicBezTo>
                  <a:pt x="6074076" y="554933"/>
                  <a:pt x="6074838" y="563125"/>
                  <a:pt x="6075029" y="571508"/>
                </a:cubicBezTo>
                <a:cubicBezTo>
                  <a:pt x="6075411" y="597037"/>
                  <a:pt x="6074838" y="622564"/>
                  <a:pt x="6076173" y="648092"/>
                </a:cubicBezTo>
                <a:cubicBezTo>
                  <a:pt x="6076934" y="663713"/>
                  <a:pt x="6084744" y="680096"/>
                  <a:pt x="6081886" y="694576"/>
                </a:cubicBezTo>
                <a:cubicBezTo>
                  <a:pt x="6076363" y="724104"/>
                  <a:pt x="6088745" y="753633"/>
                  <a:pt x="6078459" y="783158"/>
                </a:cubicBezTo>
                <a:cubicBezTo>
                  <a:pt x="6075411" y="792306"/>
                  <a:pt x="6083031" y="804877"/>
                  <a:pt x="6083411" y="815929"/>
                </a:cubicBezTo>
                <a:cubicBezTo>
                  <a:pt x="6084363" y="843552"/>
                  <a:pt x="6084173" y="871173"/>
                  <a:pt x="6083983" y="898797"/>
                </a:cubicBezTo>
                <a:cubicBezTo>
                  <a:pt x="6083793" y="923562"/>
                  <a:pt x="6086459" y="949281"/>
                  <a:pt x="6081125" y="973095"/>
                </a:cubicBezTo>
                <a:cubicBezTo>
                  <a:pt x="6075411" y="998052"/>
                  <a:pt x="6076173" y="1020529"/>
                  <a:pt x="6082649" y="1044725"/>
                </a:cubicBezTo>
                <a:cubicBezTo>
                  <a:pt x="6087031" y="1061298"/>
                  <a:pt x="6087603" y="1078826"/>
                  <a:pt x="6088935" y="1095972"/>
                </a:cubicBezTo>
                <a:cubicBezTo>
                  <a:pt x="6090459" y="1114449"/>
                  <a:pt x="6086459" y="1134834"/>
                  <a:pt x="6092746" y="1151600"/>
                </a:cubicBezTo>
                <a:cubicBezTo>
                  <a:pt x="6111415" y="1201512"/>
                  <a:pt x="6115415" y="1252757"/>
                  <a:pt x="6115415" y="1304955"/>
                </a:cubicBezTo>
                <a:cubicBezTo>
                  <a:pt x="6115415" y="1314483"/>
                  <a:pt x="6112750" y="1324198"/>
                  <a:pt x="6109892" y="1333341"/>
                </a:cubicBezTo>
                <a:cubicBezTo>
                  <a:pt x="6092746" y="1386684"/>
                  <a:pt x="6094269" y="1440216"/>
                  <a:pt x="6104748" y="1494509"/>
                </a:cubicBezTo>
                <a:cubicBezTo>
                  <a:pt x="6107034" y="1505751"/>
                  <a:pt x="6107415" y="1518324"/>
                  <a:pt x="6105130" y="1529563"/>
                </a:cubicBezTo>
                <a:cubicBezTo>
                  <a:pt x="6098461" y="1561189"/>
                  <a:pt x="6087411" y="1591859"/>
                  <a:pt x="6082649" y="1623675"/>
                </a:cubicBezTo>
                <a:cubicBezTo>
                  <a:pt x="6074838" y="1676253"/>
                  <a:pt x="6101126" y="1721785"/>
                  <a:pt x="6118274" y="1768838"/>
                </a:cubicBezTo>
                <a:cubicBezTo>
                  <a:pt x="6134467" y="1813610"/>
                  <a:pt x="6171044" y="1851709"/>
                  <a:pt x="6162851" y="1904673"/>
                </a:cubicBezTo>
                <a:cubicBezTo>
                  <a:pt x="6162090" y="1910004"/>
                  <a:pt x="6167233" y="1915912"/>
                  <a:pt x="6168567" y="1921817"/>
                </a:cubicBezTo>
                <a:cubicBezTo>
                  <a:pt x="6172188" y="1938009"/>
                  <a:pt x="6176566" y="1954202"/>
                  <a:pt x="6178283" y="1970586"/>
                </a:cubicBezTo>
                <a:cubicBezTo>
                  <a:pt x="6180570" y="1990589"/>
                  <a:pt x="6179809" y="2010974"/>
                  <a:pt x="6181713" y="2030977"/>
                </a:cubicBezTo>
                <a:cubicBezTo>
                  <a:pt x="6182856" y="2043835"/>
                  <a:pt x="6184951" y="2056600"/>
                  <a:pt x="6186761" y="2069340"/>
                </a:cubicBezTo>
                <a:lnTo>
                  <a:pt x="6187012" y="2072225"/>
                </a:lnTo>
                <a:lnTo>
                  <a:pt x="6187012" y="2131532"/>
                </a:lnTo>
                <a:lnTo>
                  <a:pt x="6186141" y="2138304"/>
                </a:lnTo>
                <a:cubicBezTo>
                  <a:pt x="6183950" y="2148519"/>
                  <a:pt x="6181332" y="2158712"/>
                  <a:pt x="6179617" y="2168903"/>
                </a:cubicBezTo>
                <a:cubicBezTo>
                  <a:pt x="6174854" y="2197670"/>
                  <a:pt x="6176188" y="2229296"/>
                  <a:pt x="6163995" y="2254633"/>
                </a:cubicBezTo>
                <a:cubicBezTo>
                  <a:pt x="6151041" y="2281683"/>
                  <a:pt x="6145135" y="2307402"/>
                  <a:pt x="6149135" y="2335405"/>
                </a:cubicBezTo>
                <a:cubicBezTo>
                  <a:pt x="6150469" y="2344741"/>
                  <a:pt x="6158471" y="2356744"/>
                  <a:pt x="6166661" y="2360933"/>
                </a:cubicBezTo>
                <a:cubicBezTo>
                  <a:pt x="6184950" y="2370270"/>
                  <a:pt x="6188190" y="2383032"/>
                  <a:pt x="6181902" y="2400369"/>
                </a:cubicBezTo>
                <a:cubicBezTo>
                  <a:pt x="6176566" y="2415420"/>
                  <a:pt x="6173901" y="2433897"/>
                  <a:pt x="6163613" y="2444184"/>
                </a:cubicBezTo>
                <a:cubicBezTo>
                  <a:pt x="6134467" y="2473333"/>
                  <a:pt x="6133515" y="2510483"/>
                  <a:pt x="6125705" y="2546678"/>
                </a:cubicBezTo>
                <a:cubicBezTo>
                  <a:pt x="6120940" y="2568774"/>
                  <a:pt x="6120750" y="2589352"/>
                  <a:pt x="6123988" y="2611450"/>
                </a:cubicBezTo>
                <a:cubicBezTo>
                  <a:pt x="6131227" y="2659455"/>
                  <a:pt x="6120940" y="2706131"/>
                  <a:pt x="6107796" y="2752235"/>
                </a:cubicBezTo>
                <a:cubicBezTo>
                  <a:pt x="6099034" y="2782716"/>
                  <a:pt x="6093699" y="2813958"/>
                  <a:pt x="6084744" y="2844248"/>
                </a:cubicBezTo>
                <a:cubicBezTo>
                  <a:pt x="6077886" y="2866918"/>
                  <a:pt x="6069694" y="2889587"/>
                  <a:pt x="6058646" y="2910353"/>
                </a:cubicBezTo>
                <a:cubicBezTo>
                  <a:pt x="6042452" y="2940455"/>
                  <a:pt x="6018067" y="2966742"/>
                  <a:pt x="6024544" y="3005035"/>
                </a:cubicBezTo>
                <a:cubicBezTo>
                  <a:pt x="6030260" y="3038756"/>
                  <a:pt x="6018259" y="3069235"/>
                  <a:pt x="6006828" y="3100099"/>
                </a:cubicBezTo>
                <a:cubicBezTo>
                  <a:pt x="5998446" y="3122770"/>
                  <a:pt x="5989871" y="3145436"/>
                  <a:pt x="5984537" y="3168870"/>
                </a:cubicBezTo>
                <a:cubicBezTo>
                  <a:pt x="5978251" y="3196686"/>
                  <a:pt x="5980920" y="3228119"/>
                  <a:pt x="5969297" y="3252885"/>
                </a:cubicBezTo>
                <a:cubicBezTo>
                  <a:pt x="5957105" y="3278795"/>
                  <a:pt x="5965297" y="3300319"/>
                  <a:pt x="5968726" y="3323372"/>
                </a:cubicBezTo>
                <a:cubicBezTo>
                  <a:pt x="5974061" y="3360139"/>
                  <a:pt x="5983967" y="3396719"/>
                  <a:pt x="5971395" y="3433866"/>
                </a:cubicBezTo>
                <a:cubicBezTo>
                  <a:pt x="5956153" y="3479015"/>
                  <a:pt x="5939769" y="3523785"/>
                  <a:pt x="5925292" y="3569124"/>
                </a:cubicBezTo>
                <a:cubicBezTo>
                  <a:pt x="5919765" y="3586653"/>
                  <a:pt x="5917479" y="3605509"/>
                  <a:pt x="5915003" y="3623799"/>
                </a:cubicBezTo>
                <a:cubicBezTo>
                  <a:pt x="5912906" y="3641134"/>
                  <a:pt x="5918242" y="3661899"/>
                  <a:pt x="5910241" y="3675238"/>
                </a:cubicBezTo>
                <a:cubicBezTo>
                  <a:pt x="5889667" y="3709529"/>
                  <a:pt x="5879569" y="3744770"/>
                  <a:pt x="5879569" y="3784397"/>
                </a:cubicBezTo>
                <a:cubicBezTo>
                  <a:pt x="5879569" y="3799258"/>
                  <a:pt x="5870996" y="3813737"/>
                  <a:pt x="5869471" y="3828785"/>
                </a:cubicBezTo>
                <a:cubicBezTo>
                  <a:pt x="5867567" y="3849362"/>
                  <a:pt x="5862423" y="3872985"/>
                  <a:pt x="5869664" y="3890891"/>
                </a:cubicBezTo>
                <a:cubicBezTo>
                  <a:pt x="5886809" y="3932993"/>
                  <a:pt x="5872519" y="3967091"/>
                  <a:pt x="5855566" y="4003861"/>
                </a:cubicBezTo>
                <a:cubicBezTo>
                  <a:pt x="5838801" y="4040058"/>
                  <a:pt x="5825466" y="4078159"/>
                  <a:pt x="5814416" y="4116641"/>
                </a:cubicBezTo>
                <a:cubicBezTo>
                  <a:pt x="5810415" y="4131119"/>
                  <a:pt x="5817085" y="4148453"/>
                  <a:pt x="5818417" y="4164458"/>
                </a:cubicBezTo>
                <a:cubicBezTo>
                  <a:pt x="5818798" y="4170174"/>
                  <a:pt x="5819370" y="4176461"/>
                  <a:pt x="5817466" y="4181603"/>
                </a:cubicBezTo>
                <a:cubicBezTo>
                  <a:pt x="5799176" y="4231324"/>
                  <a:pt x="5785269" y="4281810"/>
                  <a:pt x="5794794" y="4335722"/>
                </a:cubicBezTo>
                <a:cubicBezTo>
                  <a:pt x="5795747" y="4340674"/>
                  <a:pt x="5793650" y="4346201"/>
                  <a:pt x="5792317" y="4351154"/>
                </a:cubicBezTo>
                <a:cubicBezTo>
                  <a:pt x="5785461" y="4375349"/>
                  <a:pt x="5774601" y="4398972"/>
                  <a:pt x="5772124" y="4423545"/>
                </a:cubicBezTo>
                <a:cubicBezTo>
                  <a:pt x="5766028" y="4484127"/>
                  <a:pt x="5763550" y="4545086"/>
                  <a:pt x="5759550" y="4606053"/>
                </a:cubicBezTo>
                <a:cubicBezTo>
                  <a:pt x="5759361" y="4609863"/>
                  <a:pt x="5759361" y="4613864"/>
                  <a:pt x="5758027" y="4617291"/>
                </a:cubicBezTo>
                <a:cubicBezTo>
                  <a:pt x="5749834" y="4639772"/>
                  <a:pt x="5752502" y="4659393"/>
                  <a:pt x="5768123" y="4678445"/>
                </a:cubicBezTo>
                <a:cubicBezTo>
                  <a:pt x="5774982" y="4686828"/>
                  <a:pt x="5778601" y="4698258"/>
                  <a:pt x="5782412" y="4708734"/>
                </a:cubicBezTo>
                <a:cubicBezTo>
                  <a:pt x="5788127" y="4724167"/>
                  <a:pt x="5793650" y="4739978"/>
                  <a:pt x="5797271" y="4755980"/>
                </a:cubicBezTo>
                <a:cubicBezTo>
                  <a:pt x="5800700" y="4771793"/>
                  <a:pt x="5805462" y="4788747"/>
                  <a:pt x="5802796" y="4803988"/>
                </a:cubicBezTo>
                <a:cubicBezTo>
                  <a:pt x="5798035" y="4831420"/>
                  <a:pt x="5787366" y="4857522"/>
                  <a:pt x="5780315" y="4884572"/>
                </a:cubicBezTo>
                <a:cubicBezTo>
                  <a:pt x="5777837" y="4893907"/>
                  <a:pt x="5778221" y="4904195"/>
                  <a:pt x="5778030" y="4913909"/>
                </a:cubicBezTo>
                <a:cubicBezTo>
                  <a:pt x="5777459" y="4936201"/>
                  <a:pt x="5782984" y="4959061"/>
                  <a:pt x="5767171" y="4979253"/>
                </a:cubicBezTo>
                <a:cubicBezTo>
                  <a:pt x="5752311" y="4997922"/>
                  <a:pt x="5756692" y="5016785"/>
                  <a:pt x="5767932" y="5036405"/>
                </a:cubicBezTo>
                <a:cubicBezTo>
                  <a:pt x="5775934" y="5050504"/>
                  <a:pt x="5782221" y="5066505"/>
                  <a:pt x="5785269" y="5082317"/>
                </a:cubicBezTo>
                <a:cubicBezTo>
                  <a:pt x="5789460" y="5104036"/>
                  <a:pt x="5791175" y="5125562"/>
                  <a:pt x="5788697" y="5148995"/>
                </a:cubicBezTo>
                <a:cubicBezTo>
                  <a:pt x="5786983" y="5165570"/>
                  <a:pt x="5786221" y="5179097"/>
                  <a:pt x="5776125" y="5192051"/>
                </a:cubicBezTo>
                <a:cubicBezTo>
                  <a:pt x="5774601" y="5194145"/>
                  <a:pt x="5774219" y="5197955"/>
                  <a:pt x="5774412" y="5200813"/>
                </a:cubicBezTo>
                <a:cubicBezTo>
                  <a:pt x="5777649" y="5238343"/>
                  <a:pt x="5775934" y="5275491"/>
                  <a:pt x="5773646" y="5313403"/>
                </a:cubicBezTo>
                <a:cubicBezTo>
                  <a:pt x="5770601" y="5361598"/>
                  <a:pt x="5779553" y="5412276"/>
                  <a:pt x="5811559" y="5453995"/>
                </a:cubicBezTo>
                <a:cubicBezTo>
                  <a:pt x="5816322" y="5460092"/>
                  <a:pt x="5818417" y="5469236"/>
                  <a:pt x="5819562" y="5477239"/>
                </a:cubicBezTo>
                <a:cubicBezTo>
                  <a:pt x="5824514" y="5514957"/>
                  <a:pt x="5827942" y="5552869"/>
                  <a:pt x="5833467" y="5590590"/>
                </a:cubicBezTo>
                <a:cubicBezTo>
                  <a:pt x="5836516" y="5611164"/>
                  <a:pt x="5839182" y="5632691"/>
                  <a:pt x="5847565" y="5651360"/>
                </a:cubicBezTo>
                <a:cubicBezTo>
                  <a:pt x="5855756" y="5669647"/>
                  <a:pt x="5865471" y="5684320"/>
                  <a:pt x="5848327" y="5695178"/>
                </a:cubicBezTo>
                <a:cubicBezTo>
                  <a:pt x="5857471" y="5714607"/>
                  <a:pt x="5865092" y="5731564"/>
                  <a:pt x="5873282" y="5748136"/>
                </a:cubicBezTo>
                <a:cubicBezTo>
                  <a:pt x="5876329" y="5754234"/>
                  <a:pt x="5881284" y="5759378"/>
                  <a:pt x="5884142" y="5765474"/>
                </a:cubicBezTo>
                <a:cubicBezTo>
                  <a:pt x="5887190" y="5771953"/>
                  <a:pt x="5889094" y="5779191"/>
                  <a:pt x="5890620" y="5786239"/>
                </a:cubicBezTo>
                <a:cubicBezTo>
                  <a:pt x="5897477" y="5817674"/>
                  <a:pt x="5903763" y="5849107"/>
                  <a:pt x="5911194" y="5880348"/>
                </a:cubicBezTo>
                <a:cubicBezTo>
                  <a:pt x="5912717" y="5886447"/>
                  <a:pt x="5918813" y="5891590"/>
                  <a:pt x="5922813" y="5897114"/>
                </a:cubicBezTo>
                <a:cubicBezTo>
                  <a:pt x="5925481" y="5900735"/>
                  <a:pt x="5929482" y="5904353"/>
                  <a:pt x="5930054" y="5908355"/>
                </a:cubicBezTo>
                <a:cubicBezTo>
                  <a:pt x="5934626" y="5938836"/>
                  <a:pt x="5939961" y="5969124"/>
                  <a:pt x="5942246" y="5999796"/>
                </a:cubicBezTo>
                <a:cubicBezTo>
                  <a:pt x="5944149" y="6025515"/>
                  <a:pt x="5943580" y="6050282"/>
                  <a:pt x="5976728" y="6056948"/>
                </a:cubicBezTo>
                <a:cubicBezTo>
                  <a:pt x="5982443" y="6058092"/>
                  <a:pt x="5988540" y="6066284"/>
                  <a:pt x="5991396" y="6072569"/>
                </a:cubicBezTo>
                <a:cubicBezTo>
                  <a:pt x="5999589" y="6090477"/>
                  <a:pt x="6005113" y="6109530"/>
                  <a:pt x="6013494" y="6127247"/>
                </a:cubicBezTo>
                <a:cubicBezTo>
                  <a:pt x="6041500" y="6185351"/>
                  <a:pt x="6059217" y="6246121"/>
                  <a:pt x="6055978" y="6311084"/>
                </a:cubicBezTo>
                <a:cubicBezTo>
                  <a:pt x="6055026" y="6331277"/>
                  <a:pt x="6044737" y="6350899"/>
                  <a:pt x="6040926" y="6363664"/>
                </a:cubicBezTo>
                <a:cubicBezTo>
                  <a:pt x="6055978" y="6400429"/>
                  <a:pt x="6070456" y="6431292"/>
                  <a:pt x="6081315" y="6463490"/>
                </a:cubicBezTo>
                <a:cubicBezTo>
                  <a:pt x="6091031" y="6491874"/>
                  <a:pt x="6097127" y="6521593"/>
                  <a:pt x="6104175" y="6550742"/>
                </a:cubicBezTo>
                <a:cubicBezTo>
                  <a:pt x="6106844" y="6561411"/>
                  <a:pt x="6108367" y="6572269"/>
                  <a:pt x="6109702" y="6583128"/>
                </a:cubicBezTo>
                <a:cubicBezTo>
                  <a:pt x="6113892" y="6617036"/>
                  <a:pt x="6103795" y="6652472"/>
                  <a:pt x="6119798" y="6685617"/>
                </a:cubicBezTo>
                <a:cubicBezTo>
                  <a:pt x="6128180" y="6702955"/>
                  <a:pt x="6138276" y="6720103"/>
                  <a:pt x="6142658" y="6738388"/>
                </a:cubicBezTo>
                <a:cubicBezTo>
                  <a:pt x="6147421" y="6758011"/>
                  <a:pt x="6154851" y="6777207"/>
                  <a:pt x="6160162" y="6796804"/>
                </a:cubicBezTo>
                <a:lnTo>
                  <a:pt x="6164933" y="6857457"/>
                </a:lnTo>
                <a:lnTo>
                  <a:pt x="6037694" y="6857457"/>
                </a:lnTo>
                <a:lnTo>
                  <a:pt x="6037694" y="6857998"/>
                </a:lnTo>
                <a:lnTo>
                  <a:pt x="0" y="6857998"/>
                </a:lnTo>
                <a:close/>
              </a:path>
            </a:pathLst>
          </a:custGeom>
          <a:effectLst>
            <a:outerShdw blurRad="381000" dist="152400" algn="tl" rotWithShape="0">
              <a:prstClr val="black">
                <a:alpha val="10000"/>
              </a:prstClr>
            </a:outerShdw>
          </a:effec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E6517BAC-C80F-4065-90D8-703493E0B3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395368" y="0"/>
            <a:ext cx="874718" cy="6857455"/>
            <a:chOff x="5395368" y="0"/>
            <a:chExt cx="874718" cy="6857455"/>
          </a:xfrm>
        </p:grpSpPr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984DCDA5-A261-4103-B44C-068DCEA033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404000" y="2991370"/>
              <a:ext cx="6857455" cy="874716"/>
            </a:xfrm>
            <a:custGeom>
              <a:avLst/>
              <a:gdLst>
                <a:gd name="connsiteX0" fmla="*/ 6857455 w 6857455"/>
                <a:gd name="connsiteY0" fmla="*/ 804643 h 874716"/>
                <a:gd name="connsiteX1" fmla="*/ 6857455 w 6857455"/>
                <a:gd name="connsiteY1" fmla="*/ 562246 h 874716"/>
                <a:gd name="connsiteX2" fmla="*/ 6829178 w 6857455"/>
                <a:gd name="connsiteY2" fmla="*/ 551284 h 874716"/>
                <a:gd name="connsiteX3" fmla="*/ 6766024 w 6857455"/>
                <a:gd name="connsiteY3" fmla="*/ 500372 h 874716"/>
                <a:gd name="connsiteX4" fmla="*/ 6734971 w 6857455"/>
                <a:gd name="connsiteY4" fmla="*/ 500944 h 874716"/>
                <a:gd name="connsiteX5" fmla="*/ 6683915 w 6857455"/>
                <a:gd name="connsiteY5" fmla="*/ 507040 h 874716"/>
                <a:gd name="connsiteX6" fmla="*/ 6628860 w 6857455"/>
                <a:gd name="connsiteY6" fmla="*/ 495418 h 874716"/>
                <a:gd name="connsiteX7" fmla="*/ 6588662 w 6857455"/>
                <a:gd name="connsiteY7" fmla="*/ 487227 h 874716"/>
                <a:gd name="connsiteX8" fmla="*/ 6476074 w 6857455"/>
                <a:gd name="connsiteY8" fmla="*/ 511230 h 874716"/>
                <a:gd name="connsiteX9" fmla="*/ 6382345 w 6857455"/>
                <a:gd name="connsiteY9" fmla="*/ 534853 h 874716"/>
                <a:gd name="connsiteX10" fmla="*/ 6369391 w 6857455"/>
                <a:gd name="connsiteY10" fmla="*/ 531615 h 874716"/>
                <a:gd name="connsiteX11" fmla="*/ 6244799 w 6857455"/>
                <a:gd name="connsiteY11" fmla="*/ 512182 h 874716"/>
                <a:gd name="connsiteX12" fmla="*/ 6190315 w 6857455"/>
                <a:gd name="connsiteY12" fmla="*/ 485703 h 874716"/>
                <a:gd name="connsiteX13" fmla="*/ 6115446 w 6857455"/>
                <a:gd name="connsiteY13" fmla="*/ 462270 h 874716"/>
                <a:gd name="connsiteX14" fmla="*/ 6032194 w 6857455"/>
                <a:gd name="connsiteY14" fmla="*/ 434266 h 874716"/>
                <a:gd name="connsiteX15" fmla="*/ 5971042 w 6857455"/>
                <a:gd name="connsiteY15" fmla="*/ 420738 h 874716"/>
                <a:gd name="connsiteX16" fmla="*/ 5880933 w 6857455"/>
                <a:gd name="connsiteY16" fmla="*/ 430646 h 874716"/>
                <a:gd name="connsiteX17" fmla="*/ 5862452 w 6857455"/>
                <a:gd name="connsiteY17" fmla="*/ 438648 h 874716"/>
                <a:gd name="connsiteX18" fmla="*/ 5685283 w 6857455"/>
                <a:gd name="connsiteY18" fmla="*/ 498658 h 874716"/>
                <a:gd name="connsiteX19" fmla="*/ 5567169 w 6857455"/>
                <a:gd name="connsiteY19" fmla="*/ 499420 h 874716"/>
                <a:gd name="connsiteX20" fmla="*/ 5527923 w 6857455"/>
                <a:gd name="connsiteY20" fmla="*/ 490466 h 874716"/>
                <a:gd name="connsiteX21" fmla="*/ 5456292 w 6857455"/>
                <a:gd name="connsiteY21" fmla="*/ 450650 h 874716"/>
                <a:gd name="connsiteX22" fmla="*/ 5424670 w 6857455"/>
                <a:gd name="connsiteY22" fmla="*/ 444934 h 874716"/>
                <a:gd name="connsiteX23" fmla="*/ 5368662 w 6857455"/>
                <a:gd name="connsiteY23" fmla="*/ 441124 h 874716"/>
                <a:gd name="connsiteX24" fmla="*/ 5247118 w 6857455"/>
                <a:gd name="connsiteY24" fmla="*/ 444934 h 874716"/>
                <a:gd name="connsiteX25" fmla="*/ 5088617 w 6857455"/>
                <a:gd name="connsiteY25" fmla="*/ 428742 h 874716"/>
                <a:gd name="connsiteX26" fmla="*/ 5025750 w 6857455"/>
                <a:gd name="connsiteY26" fmla="*/ 433694 h 874716"/>
                <a:gd name="connsiteX27" fmla="*/ 4957930 w 6857455"/>
                <a:gd name="connsiteY27" fmla="*/ 442268 h 874716"/>
                <a:gd name="connsiteX28" fmla="*/ 4938116 w 6857455"/>
                <a:gd name="connsiteY28" fmla="*/ 441886 h 874716"/>
                <a:gd name="connsiteX29" fmla="*/ 4833910 w 6857455"/>
                <a:gd name="connsiteY29" fmla="*/ 421693 h 874716"/>
                <a:gd name="connsiteX30" fmla="*/ 4810095 w 6857455"/>
                <a:gd name="connsiteY30" fmla="*/ 408167 h 874716"/>
                <a:gd name="connsiteX31" fmla="*/ 4747991 w 6857455"/>
                <a:gd name="connsiteY31" fmla="*/ 413691 h 874716"/>
                <a:gd name="connsiteX32" fmla="*/ 4692745 w 6857455"/>
                <a:gd name="connsiteY32" fmla="*/ 435790 h 874716"/>
                <a:gd name="connsiteX33" fmla="*/ 4375933 w 6857455"/>
                <a:gd name="connsiteY33" fmla="*/ 483417 h 874716"/>
                <a:gd name="connsiteX34" fmla="*/ 4185426 w 6857455"/>
                <a:gd name="connsiteY34" fmla="*/ 484179 h 874716"/>
                <a:gd name="connsiteX35" fmla="*/ 4052072 w 6857455"/>
                <a:gd name="connsiteY35" fmla="*/ 505134 h 874716"/>
                <a:gd name="connsiteX36" fmla="*/ 4029973 w 6857455"/>
                <a:gd name="connsiteY36" fmla="*/ 527233 h 874716"/>
                <a:gd name="connsiteX37" fmla="*/ 3948626 w 6857455"/>
                <a:gd name="connsiteY37" fmla="*/ 550666 h 874716"/>
                <a:gd name="connsiteX38" fmla="*/ 3871280 w 6857455"/>
                <a:gd name="connsiteY38" fmla="*/ 502275 h 874716"/>
                <a:gd name="connsiteX39" fmla="*/ 3774312 w 6857455"/>
                <a:gd name="connsiteY39" fmla="*/ 429122 h 874716"/>
                <a:gd name="connsiteX40" fmla="*/ 3721543 w 6857455"/>
                <a:gd name="connsiteY40" fmla="*/ 428552 h 874716"/>
                <a:gd name="connsiteX41" fmla="*/ 3612763 w 6857455"/>
                <a:gd name="connsiteY41" fmla="*/ 414263 h 874716"/>
                <a:gd name="connsiteX42" fmla="*/ 3537323 w 6857455"/>
                <a:gd name="connsiteY42" fmla="*/ 389878 h 874716"/>
                <a:gd name="connsiteX43" fmla="*/ 3431593 w 6857455"/>
                <a:gd name="connsiteY43" fmla="*/ 360921 h 874716"/>
                <a:gd name="connsiteX44" fmla="*/ 3392158 w 6857455"/>
                <a:gd name="connsiteY44" fmla="*/ 345681 h 874716"/>
                <a:gd name="connsiteX45" fmla="*/ 3297856 w 6857455"/>
                <a:gd name="connsiteY45" fmla="*/ 323010 h 874716"/>
                <a:gd name="connsiteX46" fmla="*/ 3219748 w 6857455"/>
                <a:gd name="connsiteY46" fmla="*/ 308151 h 874716"/>
                <a:gd name="connsiteX47" fmla="*/ 3156692 w 6857455"/>
                <a:gd name="connsiteY47" fmla="*/ 261668 h 874716"/>
                <a:gd name="connsiteX48" fmla="*/ 3136497 w 6857455"/>
                <a:gd name="connsiteY48" fmla="*/ 237663 h 874716"/>
                <a:gd name="connsiteX49" fmla="*/ 3119733 w 6857455"/>
                <a:gd name="connsiteY49" fmla="*/ 222233 h 874716"/>
                <a:gd name="connsiteX50" fmla="*/ 3045436 w 6857455"/>
                <a:gd name="connsiteY50" fmla="*/ 131742 h 874716"/>
                <a:gd name="connsiteX51" fmla="*/ 3037054 w 6857455"/>
                <a:gd name="connsiteY51" fmla="*/ 124121 h 874716"/>
                <a:gd name="connsiteX52" fmla="*/ 2936466 w 6857455"/>
                <a:gd name="connsiteY52" fmla="*/ 82400 h 874716"/>
                <a:gd name="connsiteX53" fmla="*/ 2901031 w 6857455"/>
                <a:gd name="connsiteY53" fmla="*/ 59731 h 874716"/>
                <a:gd name="connsiteX54" fmla="*/ 2828259 w 6857455"/>
                <a:gd name="connsiteY54" fmla="*/ 3149 h 874716"/>
                <a:gd name="connsiteX55" fmla="*/ 2799492 w 6857455"/>
                <a:gd name="connsiteY55" fmla="*/ 1245 h 874716"/>
                <a:gd name="connsiteX56" fmla="*/ 2693570 w 6857455"/>
                <a:gd name="connsiteY56" fmla="*/ 35154 h 874716"/>
                <a:gd name="connsiteX57" fmla="*/ 2639847 w 6857455"/>
                <a:gd name="connsiteY57" fmla="*/ 73448 h 874716"/>
                <a:gd name="connsiteX58" fmla="*/ 2621178 w 6857455"/>
                <a:gd name="connsiteY58" fmla="*/ 88688 h 874716"/>
                <a:gd name="connsiteX59" fmla="*/ 2489348 w 6857455"/>
                <a:gd name="connsiteY59" fmla="*/ 72304 h 874716"/>
                <a:gd name="connsiteX60" fmla="*/ 2452580 w 6857455"/>
                <a:gd name="connsiteY60" fmla="*/ 68683 h 874716"/>
                <a:gd name="connsiteX61" fmla="*/ 2326464 w 6857455"/>
                <a:gd name="connsiteY61" fmla="*/ 50395 h 874716"/>
                <a:gd name="connsiteX62" fmla="*/ 2300365 w 6857455"/>
                <a:gd name="connsiteY62" fmla="*/ 54777 h 874716"/>
                <a:gd name="connsiteX63" fmla="*/ 2130434 w 6857455"/>
                <a:gd name="connsiteY63" fmla="*/ 58397 h 874716"/>
                <a:gd name="connsiteX64" fmla="*/ 2118621 w 6857455"/>
                <a:gd name="connsiteY64" fmla="*/ 47919 h 874716"/>
                <a:gd name="connsiteX65" fmla="*/ 2057659 w 6857455"/>
                <a:gd name="connsiteY65" fmla="*/ 16866 h 874716"/>
                <a:gd name="connsiteX66" fmla="*/ 1976314 w 6857455"/>
                <a:gd name="connsiteY66" fmla="*/ 8865 h 874716"/>
                <a:gd name="connsiteX67" fmla="*/ 1961454 w 6857455"/>
                <a:gd name="connsiteY67" fmla="*/ 11724 h 874716"/>
                <a:gd name="connsiteX68" fmla="*/ 1906588 w 6857455"/>
                <a:gd name="connsiteY68" fmla="*/ 30964 h 874716"/>
                <a:gd name="connsiteX69" fmla="*/ 1783330 w 6857455"/>
                <a:gd name="connsiteY69" fmla="*/ 48871 h 874716"/>
                <a:gd name="connsiteX70" fmla="*/ 1759327 w 6857455"/>
                <a:gd name="connsiteY70" fmla="*/ 55349 h 874716"/>
                <a:gd name="connsiteX71" fmla="*/ 1716082 w 6857455"/>
                <a:gd name="connsiteY71" fmla="*/ 65445 h 874716"/>
                <a:gd name="connsiteX72" fmla="*/ 1598920 w 6857455"/>
                <a:gd name="connsiteY72" fmla="*/ 72114 h 874716"/>
                <a:gd name="connsiteX73" fmla="*/ 1542150 w 6857455"/>
                <a:gd name="connsiteY73" fmla="*/ 62207 h 874716"/>
                <a:gd name="connsiteX74" fmla="*/ 1516813 w 6857455"/>
                <a:gd name="connsiteY74" fmla="*/ 62779 h 874716"/>
                <a:gd name="connsiteX75" fmla="*/ 1432228 w 6857455"/>
                <a:gd name="connsiteY75" fmla="*/ 88116 h 874716"/>
                <a:gd name="connsiteX76" fmla="*/ 1224765 w 6857455"/>
                <a:gd name="connsiteY76" fmla="*/ 71924 h 874716"/>
                <a:gd name="connsiteX77" fmla="*/ 1159231 w 6857455"/>
                <a:gd name="connsiteY77" fmla="*/ 58207 h 874716"/>
                <a:gd name="connsiteX78" fmla="*/ 1124370 w 6857455"/>
                <a:gd name="connsiteY78" fmla="*/ 56301 h 874716"/>
                <a:gd name="connsiteX79" fmla="*/ 1075600 w 6857455"/>
                <a:gd name="connsiteY79" fmla="*/ 75542 h 874716"/>
                <a:gd name="connsiteX80" fmla="*/ 986633 w 6857455"/>
                <a:gd name="connsiteY80" fmla="*/ 79162 h 874716"/>
                <a:gd name="connsiteX81" fmla="*/ 861089 w 6857455"/>
                <a:gd name="connsiteY81" fmla="*/ 76304 h 874716"/>
                <a:gd name="connsiteX82" fmla="*/ 759168 w 6857455"/>
                <a:gd name="connsiteY82" fmla="*/ 104689 h 874716"/>
                <a:gd name="connsiteX83" fmla="*/ 723735 w 6857455"/>
                <a:gd name="connsiteY83" fmla="*/ 140696 h 874716"/>
                <a:gd name="connsiteX84" fmla="*/ 647532 w 6857455"/>
                <a:gd name="connsiteY84" fmla="*/ 147934 h 874716"/>
                <a:gd name="connsiteX85" fmla="*/ 552659 w 6857455"/>
                <a:gd name="connsiteY85" fmla="*/ 95926 h 874716"/>
                <a:gd name="connsiteX86" fmla="*/ 541800 w 6857455"/>
                <a:gd name="connsiteY86" fmla="*/ 97640 h 874716"/>
                <a:gd name="connsiteX87" fmla="*/ 375107 w 6857455"/>
                <a:gd name="connsiteY87" fmla="*/ 123169 h 874716"/>
                <a:gd name="connsiteX88" fmla="*/ 273567 w 6857455"/>
                <a:gd name="connsiteY88" fmla="*/ 145458 h 874716"/>
                <a:gd name="connsiteX89" fmla="*/ 264043 w 6857455"/>
                <a:gd name="connsiteY89" fmla="*/ 154792 h 874716"/>
                <a:gd name="connsiteX90" fmla="*/ 169360 w 6857455"/>
                <a:gd name="connsiteY90" fmla="*/ 177273 h 874716"/>
                <a:gd name="connsiteX91" fmla="*/ 89347 w 6857455"/>
                <a:gd name="connsiteY91" fmla="*/ 157460 h 874716"/>
                <a:gd name="connsiteX92" fmla="*/ 34291 w 6857455"/>
                <a:gd name="connsiteY92" fmla="*/ 145268 h 874716"/>
                <a:gd name="connsiteX93" fmla="*/ 0 w 6857455"/>
                <a:gd name="connsiteY93" fmla="*/ 142056 h 874716"/>
                <a:gd name="connsiteX94" fmla="*/ 0 w 6857455"/>
                <a:gd name="connsiteY94" fmla="*/ 849556 h 874716"/>
                <a:gd name="connsiteX95" fmla="*/ 60652 w 6857455"/>
                <a:gd name="connsiteY95" fmla="*/ 844783 h 874716"/>
                <a:gd name="connsiteX96" fmla="*/ 119068 w 6857455"/>
                <a:gd name="connsiteY96" fmla="*/ 827281 h 874716"/>
                <a:gd name="connsiteX97" fmla="*/ 171840 w 6857455"/>
                <a:gd name="connsiteY97" fmla="*/ 804420 h 874716"/>
                <a:gd name="connsiteX98" fmla="*/ 274329 w 6857455"/>
                <a:gd name="connsiteY98" fmla="*/ 794324 h 874716"/>
                <a:gd name="connsiteX99" fmla="*/ 306715 w 6857455"/>
                <a:gd name="connsiteY99" fmla="*/ 788798 h 874716"/>
                <a:gd name="connsiteX100" fmla="*/ 393967 w 6857455"/>
                <a:gd name="connsiteY100" fmla="*/ 765937 h 874716"/>
                <a:gd name="connsiteX101" fmla="*/ 493793 w 6857455"/>
                <a:gd name="connsiteY101" fmla="*/ 725549 h 874716"/>
                <a:gd name="connsiteX102" fmla="*/ 546373 w 6857455"/>
                <a:gd name="connsiteY102" fmla="*/ 740600 h 874716"/>
                <a:gd name="connsiteX103" fmla="*/ 730211 w 6857455"/>
                <a:gd name="connsiteY103" fmla="*/ 698116 h 874716"/>
                <a:gd name="connsiteX104" fmla="*/ 784889 w 6857455"/>
                <a:gd name="connsiteY104" fmla="*/ 676018 h 874716"/>
                <a:gd name="connsiteX105" fmla="*/ 800509 w 6857455"/>
                <a:gd name="connsiteY105" fmla="*/ 661349 h 874716"/>
                <a:gd name="connsiteX106" fmla="*/ 857661 w 6857455"/>
                <a:gd name="connsiteY106" fmla="*/ 626868 h 874716"/>
                <a:gd name="connsiteX107" fmla="*/ 949102 w 6857455"/>
                <a:gd name="connsiteY107" fmla="*/ 614676 h 874716"/>
                <a:gd name="connsiteX108" fmla="*/ 960342 w 6857455"/>
                <a:gd name="connsiteY108" fmla="*/ 607435 h 874716"/>
                <a:gd name="connsiteX109" fmla="*/ 977109 w 6857455"/>
                <a:gd name="connsiteY109" fmla="*/ 595815 h 874716"/>
                <a:gd name="connsiteX110" fmla="*/ 1071218 w 6857455"/>
                <a:gd name="connsiteY110" fmla="*/ 575240 h 874716"/>
                <a:gd name="connsiteX111" fmla="*/ 1091983 w 6857455"/>
                <a:gd name="connsiteY111" fmla="*/ 568764 h 874716"/>
                <a:gd name="connsiteX112" fmla="*/ 1109321 w 6857455"/>
                <a:gd name="connsiteY112" fmla="*/ 557904 h 874716"/>
                <a:gd name="connsiteX113" fmla="*/ 1162279 w 6857455"/>
                <a:gd name="connsiteY113" fmla="*/ 532949 h 874716"/>
                <a:gd name="connsiteX114" fmla="*/ 1206097 w 6857455"/>
                <a:gd name="connsiteY114" fmla="*/ 532187 h 874716"/>
                <a:gd name="connsiteX115" fmla="*/ 1266867 w 6857455"/>
                <a:gd name="connsiteY115" fmla="*/ 518088 h 874716"/>
                <a:gd name="connsiteX116" fmla="*/ 1380219 w 6857455"/>
                <a:gd name="connsiteY116" fmla="*/ 504182 h 874716"/>
                <a:gd name="connsiteX117" fmla="*/ 1403461 w 6857455"/>
                <a:gd name="connsiteY117" fmla="*/ 496180 h 874716"/>
                <a:gd name="connsiteX118" fmla="*/ 1544054 w 6857455"/>
                <a:gd name="connsiteY118" fmla="*/ 458268 h 874716"/>
                <a:gd name="connsiteX119" fmla="*/ 1656644 w 6857455"/>
                <a:gd name="connsiteY119" fmla="*/ 459032 h 874716"/>
                <a:gd name="connsiteX120" fmla="*/ 1665406 w 6857455"/>
                <a:gd name="connsiteY120" fmla="*/ 460747 h 874716"/>
                <a:gd name="connsiteX121" fmla="*/ 1708461 w 6857455"/>
                <a:gd name="connsiteY121" fmla="*/ 473318 h 874716"/>
                <a:gd name="connsiteX122" fmla="*/ 1775140 w 6857455"/>
                <a:gd name="connsiteY122" fmla="*/ 469891 h 874716"/>
                <a:gd name="connsiteX123" fmla="*/ 1821051 w 6857455"/>
                <a:gd name="connsiteY123" fmla="*/ 452554 h 874716"/>
                <a:gd name="connsiteX124" fmla="*/ 1878203 w 6857455"/>
                <a:gd name="connsiteY124" fmla="*/ 451792 h 874716"/>
                <a:gd name="connsiteX125" fmla="*/ 1943547 w 6857455"/>
                <a:gd name="connsiteY125" fmla="*/ 462651 h 874716"/>
                <a:gd name="connsiteX126" fmla="*/ 1972884 w 6857455"/>
                <a:gd name="connsiteY126" fmla="*/ 464937 h 874716"/>
                <a:gd name="connsiteX127" fmla="*/ 2053469 w 6857455"/>
                <a:gd name="connsiteY127" fmla="*/ 487417 h 874716"/>
                <a:gd name="connsiteX128" fmla="*/ 2101477 w 6857455"/>
                <a:gd name="connsiteY128" fmla="*/ 481893 h 874716"/>
                <a:gd name="connsiteX129" fmla="*/ 2148722 w 6857455"/>
                <a:gd name="connsiteY129" fmla="*/ 467033 h 874716"/>
                <a:gd name="connsiteX130" fmla="*/ 2179011 w 6857455"/>
                <a:gd name="connsiteY130" fmla="*/ 452744 h 874716"/>
                <a:gd name="connsiteX131" fmla="*/ 2240165 w 6857455"/>
                <a:gd name="connsiteY131" fmla="*/ 442648 h 874716"/>
                <a:gd name="connsiteX132" fmla="*/ 2251404 w 6857455"/>
                <a:gd name="connsiteY132" fmla="*/ 444172 h 874716"/>
                <a:gd name="connsiteX133" fmla="*/ 2433912 w 6857455"/>
                <a:gd name="connsiteY133" fmla="*/ 456746 h 874716"/>
                <a:gd name="connsiteX134" fmla="*/ 2506302 w 6857455"/>
                <a:gd name="connsiteY134" fmla="*/ 476939 h 874716"/>
                <a:gd name="connsiteX135" fmla="*/ 2521735 w 6857455"/>
                <a:gd name="connsiteY135" fmla="*/ 479415 h 874716"/>
                <a:gd name="connsiteX136" fmla="*/ 2675854 w 6857455"/>
                <a:gd name="connsiteY136" fmla="*/ 502086 h 874716"/>
                <a:gd name="connsiteX137" fmla="*/ 2692998 w 6857455"/>
                <a:gd name="connsiteY137" fmla="*/ 503038 h 874716"/>
                <a:gd name="connsiteX138" fmla="*/ 2740816 w 6857455"/>
                <a:gd name="connsiteY138" fmla="*/ 499037 h 874716"/>
                <a:gd name="connsiteX139" fmla="*/ 2853596 w 6857455"/>
                <a:gd name="connsiteY139" fmla="*/ 540187 h 874716"/>
                <a:gd name="connsiteX140" fmla="*/ 2966565 w 6857455"/>
                <a:gd name="connsiteY140" fmla="*/ 554286 h 874716"/>
                <a:gd name="connsiteX141" fmla="*/ 3028671 w 6857455"/>
                <a:gd name="connsiteY141" fmla="*/ 554094 h 874716"/>
                <a:gd name="connsiteX142" fmla="*/ 3073059 w 6857455"/>
                <a:gd name="connsiteY142" fmla="*/ 564192 h 874716"/>
                <a:gd name="connsiteX143" fmla="*/ 3182219 w 6857455"/>
                <a:gd name="connsiteY143" fmla="*/ 594862 h 874716"/>
                <a:gd name="connsiteX144" fmla="*/ 3233656 w 6857455"/>
                <a:gd name="connsiteY144" fmla="*/ 599625 h 874716"/>
                <a:gd name="connsiteX145" fmla="*/ 3288332 w 6857455"/>
                <a:gd name="connsiteY145" fmla="*/ 609914 h 874716"/>
                <a:gd name="connsiteX146" fmla="*/ 3423591 w 6857455"/>
                <a:gd name="connsiteY146" fmla="*/ 656015 h 874716"/>
                <a:gd name="connsiteX147" fmla="*/ 3534084 w 6857455"/>
                <a:gd name="connsiteY147" fmla="*/ 653349 h 874716"/>
                <a:gd name="connsiteX148" fmla="*/ 3604571 w 6857455"/>
                <a:gd name="connsiteY148" fmla="*/ 653918 h 874716"/>
                <a:gd name="connsiteX149" fmla="*/ 3688586 w 6857455"/>
                <a:gd name="connsiteY149" fmla="*/ 669160 h 874716"/>
                <a:gd name="connsiteX150" fmla="*/ 3757358 w 6857455"/>
                <a:gd name="connsiteY150" fmla="*/ 691450 h 874716"/>
                <a:gd name="connsiteX151" fmla="*/ 3852421 w 6857455"/>
                <a:gd name="connsiteY151" fmla="*/ 709167 h 874716"/>
                <a:gd name="connsiteX152" fmla="*/ 3947104 w 6857455"/>
                <a:gd name="connsiteY152" fmla="*/ 743267 h 874716"/>
                <a:gd name="connsiteX153" fmla="*/ 4013208 w 6857455"/>
                <a:gd name="connsiteY153" fmla="*/ 769367 h 874716"/>
                <a:gd name="connsiteX154" fmla="*/ 4105222 w 6857455"/>
                <a:gd name="connsiteY154" fmla="*/ 792418 h 874716"/>
                <a:gd name="connsiteX155" fmla="*/ 4246006 w 6857455"/>
                <a:gd name="connsiteY155" fmla="*/ 808610 h 874716"/>
                <a:gd name="connsiteX156" fmla="*/ 4310779 w 6857455"/>
                <a:gd name="connsiteY156" fmla="*/ 810326 h 874716"/>
                <a:gd name="connsiteX157" fmla="*/ 4413272 w 6857455"/>
                <a:gd name="connsiteY157" fmla="*/ 848235 h 874716"/>
                <a:gd name="connsiteX158" fmla="*/ 4457087 w 6857455"/>
                <a:gd name="connsiteY158" fmla="*/ 866524 h 874716"/>
                <a:gd name="connsiteX159" fmla="*/ 4496523 w 6857455"/>
                <a:gd name="connsiteY159" fmla="*/ 851284 h 874716"/>
                <a:gd name="connsiteX160" fmla="*/ 4522050 w 6857455"/>
                <a:gd name="connsiteY160" fmla="*/ 833757 h 874716"/>
                <a:gd name="connsiteX161" fmla="*/ 4602824 w 6857455"/>
                <a:gd name="connsiteY161" fmla="*/ 848618 h 874716"/>
                <a:gd name="connsiteX162" fmla="*/ 4688553 w 6857455"/>
                <a:gd name="connsiteY162" fmla="*/ 864238 h 874716"/>
                <a:gd name="connsiteX163" fmla="*/ 4749895 w 6857455"/>
                <a:gd name="connsiteY163" fmla="*/ 874716 h 874716"/>
                <a:gd name="connsiteX164" fmla="*/ 4826480 w 6857455"/>
                <a:gd name="connsiteY164" fmla="*/ 866334 h 874716"/>
                <a:gd name="connsiteX165" fmla="*/ 4886870 w 6857455"/>
                <a:gd name="connsiteY165" fmla="*/ 862906 h 874716"/>
                <a:gd name="connsiteX166" fmla="*/ 4935639 w 6857455"/>
                <a:gd name="connsiteY166" fmla="*/ 853190 h 874716"/>
                <a:gd name="connsiteX167" fmla="*/ 4952784 w 6857455"/>
                <a:gd name="connsiteY167" fmla="*/ 847473 h 874716"/>
                <a:gd name="connsiteX168" fmla="*/ 5088617 w 6857455"/>
                <a:gd name="connsiteY168" fmla="*/ 802896 h 874716"/>
                <a:gd name="connsiteX169" fmla="*/ 5233781 w 6857455"/>
                <a:gd name="connsiteY169" fmla="*/ 767271 h 874716"/>
                <a:gd name="connsiteX170" fmla="*/ 5327893 w 6857455"/>
                <a:gd name="connsiteY170" fmla="*/ 789752 h 874716"/>
                <a:gd name="connsiteX171" fmla="*/ 5362946 w 6857455"/>
                <a:gd name="connsiteY171" fmla="*/ 789370 h 874716"/>
                <a:gd name="connsiteX172" fmla="*/ 5524115 w 6857455"/>
                <a:gd name="connsiteY172" fmla="*/ 794514 h 874716"/>
                <a:gd name="connsiteX173" fmla="*/ 5552500 w 6857455"/>
                <a:gd name="connsiteY173" fmla="*/ 800038 h 874716"/>
                <a:gd name="connsiteX174" fmla="*/ 5705857 w 6857455"/>
                <a:gd name="connsiteY174" fmla="*/ 777367 h 874716"/>
                <a:gd name="connsiteX175" fmla="*/ 5761485 w 6857455"/>
                <a:gd name="connsiteY175" fmla="*/ 773557 h 874716"/>
                <a:gd name="connsiteX176" fmla="*/ 5812731 w 6857455"/>
                <a:gd name="connsiteY176" fmla="*/ 767271 h 874716"/>
                <a:gd name="connsiteX177" fmla="*/ 5884361 w 6857455"/>
                <a:gd name="connsiteY177" fmla="*/ 765747 h 874716"/>
                <a:gd name="connsiteX178" fmla="*/ 5958660 w 6857455"/>
                <a:gd name="connsiteY178" fmla="*/ 768605 h 874716"/>
                <a:gd name="connsiteX179" fmla="*/ 6041528 w 6857455"/>
                <a:gd name="connsiteY179" fmla="*/ 768033 h 874716"/>
                <a:gd name="connsiteX180" fmla="*/ 6074297 w 6857455"/>
                <a:gd name="connsiteY180" fmla="*/ 763081 h 874716"/>
                <a:gd name="connsiteX181" fmla="*/ 6162880 w 6857455"/>
                <a:gd name="connsiteY181" fmla="*/ 766509 h 874716"/>
                <a:gd name="connsiteX182" fmla="*/ 6209364 w 6857455"/>
                <a:gd name="connsiteY182" fmla="*/ 760795 h 874716"/>
                <a:gd name="connsiteX183" fmla="*/ 6285948 w 6857455"/>
                <a:gd name="connsiteY183" fmla="*/ 759651 h 874716"/>
                <a:gd name="connsiteX184" fmla="*/ 6310905 w 6857455"/>
                <a:gd name="connsiteY184" fmla="*/ 758316 h 874716"/>
                <a:gd name="connsiteX185" fmla="*/ 6333194 w 6857455"/>
                <a:gd name="connsiteY185" fmla="*/ 757554 h 874716"/>
                <a:gd name="connsiteX186" fmla="*/ 6409586 w 6857455"/>
                <a:gd name="connsiteY186" fmla="*/ 773177 h 874716"/>
                <a:gd name="connsiteX187" fmla="*/ 6477407 w 6857455"/>
                <a:gd name="connsiteY187" fmla="*/ 774129 h 874716"/>
                <a:gd name="connsiteX188" fmla="*/ 6596283 w 6857455"/>
                <a:gd name="connsiteY188" fmla="*/ 786703 h 874716"/>
                <a:gd name="connsiteX189" fmla="*/ 6622573 w 6857455"/>
                <a:gd name="connsiteY189" fmla="*/ 782321 h 874716"/>
                <a:gd name="connsiteX190" fmla="*/ 6704872 w 6857455"/>
                <a:gd name="connsiteY190" fmla="*/ 780607 h 874716"/>
                <a:gd name="connsiteX191" fmla="*/ 6751738 w 6857455"/>
                <a:gd name="connsiteY191" fmla="*/ 779273 h 874716"/>
                <a:gd name="connsiteX192" fmla="*/ 6809650 w 6857455"/>
                <a:gd name="connsiteY192" fmla="*/ 788417 h 874716"/>
                <a:gd name="connsiteX193" fmla="*/ 6832976 w 6857455"/>
                <a:gd name="connsiteY193" fmla="*/ 800428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6857455" h="874716">
                  <a:moveTo>
                    <a:pt x="6857455" y="804643"/>
                  </a:moveTo>
                  <a:lnTo>
                    <a:pt x="6857455" y="562246"/>
                  </a:lnTo>
                  <a:lnTo>
                    <a:pt x="6829178" y="551284"/>
                  </a:lnTo>
                  <a:cubicBezTo>
                    <a:pt x="6805745" y="539044"/>
                    <a:pt x="6784885" y="521708"/>
                    <a:pt x="6766024" y="500372"/>
                  </a:cubicBezTo>
                  <a:cubicBezTo>
                    <a:pt x="6755166" y="488179"/>
                    <a:pt x="6746784" y="486845"/>
                    <a:pt x="6734971" y="500944"/>
                  </a:cubicBezTo>
                  <a:cubicBezTo>
                    <a:pt x="6721257" y="517326"/>
                    <a:pt x="6701634" y="510850"/>
                    <a:pt x="6683915" y="507040"/>
                  </a:cubicBezTo>
                  <a:cubicBezTo>
                    <a:pt x="6665629" y="503230"/>
                    <a:pt x="6647148" y="499228"/>
                    <a:pt x="6628860" y="495418"/>
                  </a:cubicBezTo>
                  <a:cubicBezTo>
                    <a:pt x="6615335" y="492752"/>
                    <a:pt x="6601999" y="490466"/>
                    <a:pt x="6588662" y="487227"/>
                  </a:cubicBezTo>
                  <a:cubicBezTo>
                    <a:pt x="6547133" y="477129"/>
                    <a:pt x="6509794" y="480177"/>
                    <a:pt x="6476074" y="511230"/>
                  </a:cubicBezTo>
                  <a:cubicBezTo>
                    <a:pt x="6450356" y="535043"/>
                    <a:pt x="6417399" y="542093"/>
                    <a:pt x="6382345" y="534853"/>
                  </a:cubicBezTo>
                  <a:cubicBezTo>
                    <a:pt x="6377963" y="533901"/>
                    <a:pt x="6372439" y="530091"/>
                    <a:pt x="6369391" y="531615"/>
                  </a:cubicBezTo>
                  <a:cubicBezTo>
                    <a:pt x="6323479" y="553904"/>
                    <a:pt x="6287092" y="514658"/>
                    <a:pt x="6244799" y="512182"/>
                  </a:cubicBezTo>
                  <a:cubicBezTo>
                    <a:pt x="6226130" y="511040"/>
                    <a:pt x="6207079" y="496942"/>
                    <a:pt x="6190315" y="485703"/>
                  </a:cubicBezTo>
                  <a:cubicBezTo>
                    <a:pt x="6167262" y="470271"/>
                    <a:pt x="6146687" y="455412"/>
                    <a:pt x="6115446" y="462270"/>
                  </a:cubicBezTo>
                  <a:cubicBezTo>
                    <a:pt x="6084203" y="469319"/>
                    <a:pt x="6055627" y="456364"/>
                    <a:pt x="6032194" y="434266"/>
                  </a:cubicBezTo>
                  <a:cubicBezTo>
                    <a:pt x="6014287" y="417501"/>
                    <a:pt x="5994665" y="415977"/>
                    <a:pt x="5971042" y="420738"/>
                  </a:cubicBezTo>
                  <a:cubicBezTo>
                    <a:pt x="5941513" y="426645"/>
                    <a:pt x="5910842" y="427027"/>
                    <a:pt x="5880933" y="430646"/>
                  </a:cubicBezTo>
                  <a:cubicBezTo>
                    <a:pt x="5874454" y="431408"/>
                    <a:pt x="5866265" y="434076"/>
                    <a:pt x="5862452" y="438648"/>
                  </a:cubicBezTo>
                  <a:cubicBezTo>
                    <a:pt x="5815779" y="495418"/>
                    <a:pt x="5750055" y="495990"/>
                    <a:pt x="5685283" y="498658"/>
                  </a:cubicBezTo>
                  <a:cubicBezTo>
                    <a:pt x="5646039" y="500372"/>
                    <a:pt x="5606604" y="500372"/>
                    <a:pt x="5567169" y="499420"/>
                  </a:cubicBezTo>
                  <a:cubicBezTo>
                    <a:pt x="5553832" y="499228"/>
                    <a:pt x="5539736" y="496180"/>
                    <a:pt x="5527923" y="490466"/>
                  </a:cubicBezTo>
                  <a:cubicBezTo>
                    <a:pt x="5503348" y="478463"/>
                    <a:pt x="5480680" y="462843"/>
                    <a:pt x="5456292" y="450650"/>
                  </a:cubicBezTo>
                  <a:cubicBezTo>
                    <a:pt x="5447151" y="445886"/>
                    <a:pt x="5435338" y="445696"/>
                    <a:pt x="5424670" y="444934"/>
                  </a:cubicBezTo>
                  <a:cubicBezTo>
                    <a:pt x="5405809" y="443410"/>
                    <a:pt x="5384854" y="447982"/>
                    <a:pt x="5368662" y="441124"/>
                  </a:cubicBezTo>
                  <a:cubicBezTo>
                    <a:pt x="5326559" y="423407"/>
                    <a:pt x="5287123" y="427407"/>
                    <a:pt x="5247118" y="444934"/>
                  </a:cubicBezTo>
                  <a:cubicBezTo>
                    <a:pt x="5191108" y="469509"/>
                    <a:pt x="5138148" y="467605"/>
                    <a:pt x="5088617" y="428742"/>
                  </a:cubicBezTo>
                  <a:cubicBezTo>
                    <a:pt x="5066328" y="411215"/>
                    <a:pt x="5044609" y="419596"/>
                    <a:pt x="5025750" y="433694"/>
                  </a:cubicBezTo>
                  <a:cubicBezTo>
                    <a:pt x="5004032" y="450078"/>
                    <a:pt x="4982885" y="454268"/>
                    <a:pt x="4957930" y="442268"/>
                  </a:cubicBezTo>
                  <a:cubicBezTo>
                    <a:pt x="4952404" y="439600"/>
                    <a:pt x="4944594" y="440933"/>
                    <a:pt x="4938116" y="441886"/>
                  </a:cubicBezTo>
                  <a:cubicBezTo>
                    <a:pt x="4901158" y="446648"/>
                    <a:pt x="4864009" y="454650"/>
                    <a:pt x="4833910" y="421693"/>
                  </a:cubicBezTo>
                  <a:cubicBezTo>
                    <a:pt x="4828004" y="415214"/>
                    <a:pt x="4818097" y="412549"/>
                    <a:pt x="4810095" y="408167"/>
                  </a:cubicBezTo>
                  <a:cubicBezTo>
                    <a:pt x="4776566" y="390258"/>
                    <a:pt x="4777900" y="391974"/>
                    <a:pt x="4747991" y="413691"/>
                  </a:cubicBezTo>
                  <a:cubicBezTo>
                    <a:pt x="4732369" y="425121"/>
                    <a:pt x="4710842" y="436742"/>
                    <a:pt x="4692745" y="435790"/>
                  </a:cubicBezTo>
                  <a:cubicBezTo>
                    <a:pt x="4583584" y="430075"/>
                    <a:pt x="4479758" y="457508"/>
                    <a:pt x="4375933" y="483417"/>
                  </a:cubicBezTo>
                  <a:cubicBezTo>
                    <a:pt x="4311923" y="499420"/>
                    <a:pt x="4249436" y="500372"/>
                    <a:pt x="4185426" y="484179"/>
                  </a:cubicBezTo>
                  <a:cubicBezTo>
                    <a:pt x="4139133" y="472367"/>
                    <a:pt x="4095315" y="491800"/>
                    <a:pt x="4052072" y="505134"/>
                  </a:cubicBezTo>
                  <a:cubicBezTo>
                    <a:pt x="4043117" y="507799"/>
                    <a:pt x="4034735" y="518278"/>
                    <a:pt x="4029973" y="527233"/>
                  </a:cubicBezTo>
                  <a:cubicBezTo>
                    <a:pt x="4012826" y="558858"/>
                    <a:pt x="3984441" y="563810"/>
                    <a:pt x="3948626" y="550666"/>
                  </a:cubicBezTo>
                  <a:cubicBezTo>
                    <a:pt x="3920241" y="540377"/>
                    <a:pt x="3894332" y="526661"/>
                    <a:pt x="3871280" y="502275"/>
                  </a:cubicBezTo>
                  <a:cubicBezTo>
                    <a:pt x="3844229" y="473701"/>
                    <a:pt x="3816224" y="441124"/>
                    <a:pt x="3774312" y="429122"/>
                  </a:cubicBezTo>
                  <a:cubicBezTo>
                    <a:pt x="3756214" y="423979"/>
                    <a:pt x="3740593" y="423217"/>
                    <a:pt x="3721543" y="428552"/>
                  </a:cubicBezTo>
                  <a:cubicBezTo>
                    <a:pt x="3684583" y="438837"/>
                    <a:pt x="3647436" y="446078"/>
                    <a:pt x="3612763" y="414263"/>
                  </a:cubicBezTo>
                  <a:cubicBezTo>
                    <a:pt x="3593712" y="396736"/>
                    <a:pt x="3567994" y="385496"/>
                    <a:pt x="3537323" y="389878"/>
                  </a:cubicBezTo>
                  <a:cubicBezTo>
                    <a:pt x="3499031" y="395402"/>
                    <a:pt x="3464168" y="381496"/>
                    <a:pt x="3431593" y="360921"/>
                  </a:cubicBezTo>
                  <a:cubicBezTo>
                    <a:pt x="3419971" y="353491"/>
                    <a:pt x="3405682" y="349301"/>
                    <a:pt x="3392158" y="345681"/>
                  </a:cubicBezTo>
                  <a:cubicBezTo>
                    <a:pt x="3360915" y="337298"/>
                    <a:pt x="3329480" y="329868"/>
                    <a:pt x="3297856" y="323010"/>
                  </a:cubicBezTo>
                  <a:cubicBezTo>
                    <a:pt x="3271948" y="317296"/>
                    <a:pt x="3245849" y="313104"/>
                    <a:pt x="3219748" y="308151"/>
                  </a:cubicBezTo>
                  <a:cubicBezTo>
                    <a:pt x="3191173" y="302817"/>
                    <a:pt x="3168502" y="290433"/>
                    <a:pt x="3156692" y="261668"/>
                  </a:cubicBezTo>
                  <a:cubicBezTo>
                    <a:pt x="3152882" y="252524"/>
                    <a:pt x="3143737" y="245283"/>
                    <a:pt x="3136497" y="237663"/>
                  </a:cubicBezTo>
                  <a:cubicBezTo>
                    <a:pt x="3131355" y="232139"/>
                    <a:pt x="3124495" y="227947"/>
                    <a:pt x="3119733" y="222233"/>
                  </a:cubicBezTo>
                  <a:cubicBezTo>
                    <a:pt x="3094776" y="192132"/>
                    <a:pt x="3070201" y="161843"/>
                    <a:pt x="3045436" y="131742"/>
                  </a:cubicBezTo>
                  <a:cubicBezTo>
                    <a:pt x="3042958" y="128884"/>
                    <a:pt x="3040292" y="125455"/>
                    <a:pt x="3037054" y="124121"/>
                  </a:cubicBezTo>
                  <a:cubicBezTo>
                    <a:pt x="3003525" y="110215"/>
                    <a:pt x="2969614" y="97070"/>
                    <a:pt x="2936466" y="82400"/>
                  </a:cubicBezTo>
                  <a:cubicBezTo>
                    <a:pt x="2923702" y="76686"/>
                    <a:pt x="2910558" y="69637"/>
                    <a:pt x="2901031" y="59731"/>
                  </a:cubicBezTo>
                  <a:cubicBezTo>
                    <a:pt x="2879314" y="37250"/>
                    <a:pt x="2859502" y="12866"/>
                    <a:pt x="2828259" y="3149"/>
                  </a:cubicBezTo>
                  <a:cubicBezTo>
                    <a:pt x="2819114" y="293"/>
                    <a:pt x="2808256" y="-1231"/>
                    <a:pt x="2799492" y="1245"/>
                  </a:cubicBezTo>
                  <a:cubicBezTo>
                    <a:pt x="2763867" y="11532"/>
                    <a:pt x="2729005" y="24296"/>
                    <a:pt x="2693570" y="35154"/>
                  </a:cubicBezTo>
                  <a:cubicBezTo>
                    <a:pt x="2671092" y="41823"/>
                    <a:pt x="2650707" y="49825"/>
                    <a:pt x="2639847" y="73448"/>
                  </a:cubicBezTo>
                  <a:cubicBezTo>
                    <a:pt x="2636801" y="80114"/>
                    <a:pt x="2628226" y="87354"/>
                    <a:pt x="2621178" y="88688"/>
                  </a:cubicBezTo>
                  <a:cubicBezTo>
                    <a:pt x="2575839" y="97260"/>
                    <a:pt x="2531069" y="101451"/>
                    <a:pt x="2489348" y="72304"/>
                  </a:cubicBezTo>
                  <a:cubicBezTo>
                    <a:pt x="2480585" y="66017"/>
                    <a:pt x="2464201" y="66017"/>
                    <a:pt x="2452580" y="68683"/>
                  </a:cubicBezTo>
                  <a:cubicBezTo>
                    <a:pt x="2407811" y="78590"/>
                    <a:pt x="2365328" y="82020"/>
                    <a:pt x="2326464" y="50395"/>
                  </a:cubicBezTo>
                  <a:cubicBezTo>
                    <a:pt x="2321892" y="46585"/>
                    <a:pt x="2307224" y="50015"/>
                    <a:pt x="2300365" y="54777"/>
                  </a:cubicBezTo>
                  <a:cubicBezTo>
                    <a:pt x="2234259" y="101261"/>
                    <a:pt x="2198064" y="102405"/>
                    <a:pt x="2130434" y="58397"/>
                  </a:cubicBezTo>
                  <a:cubicBezTo>
                    <a:pt x="2126052" y="55539"/>
                    <a:pt x="2120337" y="52301"/>
                    <a:pt x="2118621" y="47919"/>
                  </a:cubicBezTo>
                  <a:cubicBezTo>
                    <a:pt x="2107001" y="19914"/>
                    <a:pt x="2082236" y="19152"/>
                    <a:pt x="2057659" y="16866"/>
                  </a:cubicBezTo>
                  <a:cubicBezTo>
                    <a:pt x="2030608" y="14390"/>
                    <a:pt x="2003555" y="11152"/>
                    <a:pt x="1976314" y="8865"/>
                  </a:cubicBezTo>
                  <a:cubicBezTo>
                    <a:pt x="1971550" y="8483"/>
                    <a:pt x="1966216" y="10007"/>
                    <a:pt x="1961454" y="11724"/>
                  </a:cubicBezTo>
                  <a:cubicBezTo>
                    <a:pt x="1943165" y="18010"/>
                    <a:pt x="1925449" y="27154"/>
                    <a:pt x="1906588" y="30964"/>
                  </a:cubicBezTo>
                  <a:cubicBezTo>
                    <a:pt x="1865821" y="39156"/>
                    <a:pt x="1826385" y="55539"/>
                    <a:pt x="1783330" y="48871"/>
                  </a:cubicBezTo>
                  <a:cubicBezTo>
                    <a:pt x="1775902" y="47729"/>
                    <a:pt x="1767327" y="53253"/>
                    <a:pt x="1759327" y="55349"/>
                  </a:cubicBezTo>
                  <a:cubicBezTo>
                    <a:pt x="1744849" y="58969"/>
                    <a:pt x="1730750" y="64111"/>
                    <a:pt x="1716082" y="65445"/>
                  </a:cubicBezTo>
                  <a:cubicBezTo>
                    <a:pt x="1677218" y="68875"/>
                    <a:pt x="1637975" y="71924"/>
                    <a:pt x="1598920" y="72114"/>
                  </a:cubicBezTo>
                  <a:cubicBezTo>
                    <a:pt x="1580061" y="72304"/>
                    <a:pt x="1561201" y="65065"/>
                    <a:pt x="1542150" y="62207"/>
                  </a:cubicBezTo>
                  <a:cubicBezTo>
                    <a:pt x="1533578" y="60873"/>
                    <a:pt x="1519669" y="58587"/>
                    <a:pt x="1516813" y="62779"/>
                  </a:cubicBezTo>
                  <a:cubicBezTo>
                    <a:pt x="1494714" y="94592"/>
                    <a:pt x="1463661" y="88496"/>
                    <a:pt x="1432228" y="88116"/>
                  </a:cubicBezTo>
                  <a:cubicBezTo>
                    <a:pt x="1362884" y="87354"/>
                    <a:pt x="1295826" y="60493"/>
                    <a:pt x="1224765" y="71924"/>
                  </a:cubicBezTo>
                  <a:cubicBezTo>
                    <a:pt x="1204191" y="75162"/>
                    <a:pt x="1181330" y="62397"/>
                    <a:pt x="1159231" y="58207"/>
                  </a:cubicBezTo>
                  <a:cubicBezTo>
                    <a:pt x="1147801" y="56111"/>
                    <a:pt x="1135228" y="53633"/>
                    <a:pt x="1124370" y="56301"/>
                  </a:cubicBezTo>
                  <a:cubicBezTo>
                    <a:pt x="1107605" y="60493"/>
                    <a:pt x="1091411" y="68113"/>
                    <a:pt x="1075600" y="75542"/>
                  </a:cubicBezTo>
                  <a:cubicBezTo>
                    <a:pt x="1046261" y="89258"/>
                    <a:pt x="1016162" y="89258"/>
                    <a:pt x="986633" y="79162"/>
                  </a:cubicBezTo>
                  <a:cubicBezTo>
                    <a:pt x="944722" y="64873"/>
                    <a:pt x="903193" y="64873"/>
                    <a:pt x="861089" y="76304"/>
                  </a:cubicBezTo>
                  <a:cubicBezTo>
                    <a:pt x="826990" y="85638"/>
                    <a:pt x="791935" y="92116"/>
                    <a:pt x="759168" y="104689"/>
                  </a:cubicBezTo>
                  <a:cubicBezTo>
                    <a:pt x="744689" y="110215"/>
                    <a:pt x="732497" y="126597"/>
                    <a:pt x="723735" y="140696"/>
                  </a:cubicBezTo>
                  <a:cubicBezTo>
                    <a:pt x="706018" y="169271"/>
                    <a:pt x="674013" y="169081"/>
                    <a:pt x="647532" y="147934"/>
                  </a:cubicBezTo>
                  <a:cubicBezTo>
                    <a:pt x="619717" y="125645"/>
                    <a:pt x="584664" y="112501"/>
                    <a:pt x="552659" y="95926"/>
                  </a:cubicBezTo>
                  <a:cubicBezTo>
                    <a:pt x="549993" y="94592"/>
                    <a:pt x="545039" y="96116"/>
                    <a:pt x="541800" y="97640"/>
                  </a:cubicBezTo>
                  <a:cubicBezTo>
                    <a:pt x="488649" y="122407"/>
                    <a:pt x="433593" y="126979"/>
                    <a:pt x="375107" y="123169"/>
                  </a:cubicBezTo>
                  <a:cubicBezTo>
                    <a:pt x="341960" y="121073"/>
                    <a:pt x="307289" y="137076"/>
                    <a:pt x="273567" y="145458"/>
                  </a:cubicBezTo>
                  <a:cubicBezTo>
                    <a:pt x="269757" y="146410"/>
                    <a:pt x="266519" y="151174"/>
                    <a:pt x="264043" y="154792"/>
                  </a:cubicBezTo>
                  <a:cubicBezTo>
                    <a:pt x="240228" y="190800"/>
                    <a:pt x="208223" y="200706"/>
                    <a:pt x="169360" y="177273"/>
                  </a:cubicBezTo>
                  <a:cubicBezTo>
                    <a:pt x="143643" y="161651"/>
                    <a:pt x="118114" y="158032"/>
                    <a:pt x="89347" y="157460"/>
                  </a:cubicBezTo>
                  <a:cubicBezTo>
                    <a:pt x="71059" y="157078"/>
                    <a:pt x="52962" y="147934"/>
                    <a:pt x="34291" y="145268"/>
                  </a:cubicBezTo>
                  <a:lnTo>
                    <a:pt x="0" y="142056"/>
                  </a:lnTo>
                  <a:lnTo>
                    <a:pt x="0" y="849556"/>
                  </a:lnTo>
                  <a:lnTo>
                    <a:pt x="60652" y="844783"/>
                  </a:lnTo>
                  <a:cubicBezTo>
                    <a:pt x="80251" y="839473"/>
                    <a:pt x="99446" y="832043"/>
                    <a:pt x="119068" y="827281"/>
                  </a:cubicBezTo>
                  <a:cubicBezTo>
                    <a:pt x="137355" y="822899"/>
                    <a:pt x="154501" y="812802"/>
                    <a:pt x="171840" y="804420"/>
                  </a:cubicBezTo>
                  <a:cubicBezTo>
                    <a:pt x="204985" y="788417"/>
                    <a:pt x="240420" y="798514"/>
                    <a:pt x="274329" y="794324"/>
                  </a:cubicBezTo>
                  <a:cubicBezTo>
                    <a:pt x="285188" y="792990"/>
                    <a:pt x="296046" y="791466"/>
                    <a:pt x="306715" y="788798"/>
                  </a:cubicBezTo>
                  <a:cubicBezTo>
                    <a:pt x="335864" y="781749"/>
                    <a:pt x="365583" y="775653"/>
                    <a:pt x="393967" y="765937"/>
                  </a:cubicBezTo>
                  <a:cubicBezTo>
                    <a:pt x="426165" y="755078"/>
                    <a:pt x="457028" y="740600"/>
                    <a:pt x="493793" y="725549"/>
                  </a:cubicBezTo>
                  <a:cubicBezTo>
                    <a:pt x="506557" y="729360"/>
                    <a:pt x="526180" y="739648"/>
                    <a:pt x="546373" y="740600"/>
                  </a:cubicBezTo>
                  <a:cubicBezTo>
                    <a:pt x="611337" y="743838"/>
                    <a:pt x="672107" y="726121"/>
                    <a:pt x="730211" y="698116"/>
                  </a:cubicBezTo>
                  <a:cubicBezTo>
                    <a:pt x="747927" y="689734"/>
                    <a:pt x="766980" y="684210"/>
                    <a:pt x="784889" y="676018"/>
                  </a:cubicBezTo>
                  <a:cubicBezTo>
                    <a:pt x="791173" y="673161"/>
                    <a:pt x="799365" y="667065"/>
                    <a:pt x="800509" y="661349"/>
                  </a:cubicBezTo>
                  <a:cubicBezTo>
                    <a:pt x="807175" y="628201"/>
                    <a:pt x="831942" y="628772"/>
                    <a:pt x="857661" y="626868"/>
                  </a:cubicBezTo>
                  <a:cubicBezTo>
                    <a:pt x="888332" y="624582"/>
                    <a:pt x="918621" y="619248"/>
                    <a:pt x="949102" y="614676"/>
                  </a:cubicBezTo>
                  <a:cubicBezTo>
                    <a:pt x="953104" y="614104"/>
                    <a:pt x="956722" y="610104"/>
                    <a:pt x="960342" y="607435"/>
                  </a:cubicBezTo>
                  <a:cubicBezTo>
                    <a:pt x="965867" y="603435"/>
                    <a:pt x="971011" y="597339"/>
                    <a:pt x="977109" y="595815"/>
                  </a:cubicBezTo>
                  <a:cubicBezTo>
                    <a:pt x="1008350" y="588385"/>
                    <a:pt x="1039783" y="582099"/>
                    <a:pt x="1071218" y="575240"/>
                  </a:cubicBezTo>
                  <a:cubicBezTo>
                    <a:pt x="1078266" y="573716"/>
                    <a:pt x="1085505" y="571812"/>
                    <a:pt x="1091983" y="568764"/>
                  </a:cubicBezTo>
                  <a:cubicBezTo>
                    <a:pt x="1098079" y="565906"/>
                    <a:pt x="1103223" y="560952"/>
                    <a:pt x="1109321" y="557904"/>
                  </a:cubicBezTo>
                  <a:cubicBezTo>
                    <a:pt x="1125892" y="549714"/>
                    <a:pt x="1142851" y="542093"/>
                    <a:pt x="1162279" y="532949"/>
                  </a:cubicBezTo>
                  <a:cubicBezTo>
                    <a:pt x="1173138" y="550094"/>
                    <a:pt x="1187810" y="540377"/>
                    <a:pt x="1206097" y="532187"/>
                  </a:cubicBezTo>
                  <a:cubicBezTo>
                    <a:pt x="1224765" y="523805"/>
                    <a:pt x="1246292" y="521137"/>
                    <a:pt x="1266867" y="518088"/>
                  </a:cubicBezTo>
                  <a:cubicBezTo>
                    <a:pt x="1304588" y="512564"/>
                    <a:pt x="1342499" y="509134"/>
                    <a:pt x="1380219" y="504182"/>
                  </a:cubicBezTo>
                  <a:cubicBezTo>
                    <a:pt x="1388221" y="503038"/>
                    <a:pt x="1397365" y="500944"/>
                    <a:pt x="1403461" y="496180"/>
                  </a:cubicBezTo>
                  <a:cubicBezTo>
                    <a:pt x="1445181" y="464175"/>
                    <a:pt x="1495858" y="455222"/>
                    <a:pt x="1544054" y="458268"/>
                  </a:cubicBezTo>
                  <a:cubicBezTo>
                    <a:pt x="1581965" y="460557"/>
                    <a:pt x="1619114" y="462270"/>
                    <a:pt x="1656644" y="459032"/>
                  </a:cubicBezTo>
                  <a:cubicBezTo>
                    <a:pt x="1659502" y="458841"/>
                    <a:pt x="1663312" y="459223"/>
                    <a:pt x="1665406" y="460747"/>
                  </a:cubicBezTo>
                  <a:cubicBezTo>
                    <a:pt x="1678360" y="470843"/>
                    <a:pt x="1691887" y="471605"/>
                    <a:pt x="1708461" y="473318"/>
                  </a:cubicBezTo>
                  <a:cubicBezTo>
                    <a:pt x="1731894" y="475797"/>
                    <a:pt x="1753421" y="474081"/>
                    <a:pt x="1775140" y="469891"/>
                  </a:cubicBezTo>
                  <a:cubicBezTo>
                    <a:pt x="1790952" y="466843"/>
                    <a:pt x="1806953" y="460557"/>
                    <a:pt x="1821051" y="452554"/>
                  </a:cubicBezTo>
                  <a:cubicBezTo>
                    <a:pt x="1840672" y="441314"/>
                    <a:pt x="1859535" y="436934"/>
                    <a:pt x="1878203" y="451792"/>
                  </a:cubicBezTo>
                  <a:cubicBezTo>
                    <a:pt x="1898396" y="467605"/>
                    <a:pt x="1921257" y="462081"/>
                    <a:pt x="1943547" y="462651"/>
                  </a:cubicBezTo>
                  <a:cubicBezTo>
                    <a:pt x="1953262" y="462843"/>
                    <a:pt x="1963550" y="462461"/>
                    <a:pt x="1972884" y="464937"/>
                  </a:cubicBezTo>
                  <a:cubicBezTo>
                    <a:pt x="1999935" y="471987"/>
                    <a:pt x="2026036" y="482655"/>
                    <a:pt x="2053469" y="487417"/>
                  </a:cubicBezTo>
                  <a:cubicBezTo>
                    <a:pt x="2068710" y="490084"/>
                    <a:pt x="2085664" y="485321"/>
                    <a:pt x="2101477" y="481893"/>
                  </a:cubicBezTo>
                  <a:cubicBezTo>
                    <a:pt x="2117479" y="478273"/>
                    <a:pt x="2133290" y="472749"/>
                    <a:pt x="2148722" y="467033"/>
                  </a:cubicBezTo>
                  <a:cubicBezTo>
                    <a:pt x="2159199" y="463223"/>
                    <a:pt x="2170629" y="459603"/>
                    <a:pt x="2179011" y="452744"/>
                  </a:cubicBezTo>
                  <a:cubicBezTo>
                    <a:pt x="2198064" y="437124"/>
                    <a:pt x="2217685" y="434455"/>
                    <a:pt x="2240165" y="442648"/>
                  </a:cubicBezTo>
                  <a:cubicBezTo>
                    <a:pt x="2243593" y="443982"/>
                    <a:pt x="2247594" y="443982"/>
                    <a:pt x="2251404" y="444172"/>
                  </a:cubicBezTo>
                  <a:cubicBezTo>
                    <a:pt x="2312370" y="448172"/>
                    <a:pt x="2373330" y="450650"/>
                    <a:pt x="2433912" y="456746"/>
                  </a:cubicBezTo>
                  <a:cubicBezTo>
                    <a:pt x="2458485" y="459223"/>
                    <a:pt x="2482107" y="470081"/>
                    <a:pt x="2506302" y="476939"/>
                  </a:cubicBezTo>
                  <a:cubicBezTo>
                    <a:pt x="2511256" y="478273"/>
                    <a:pt x="2516783" y="480369"/>
                    <a:pt x="2521735" y="479415"/>
                  </a:cubicBezTo>
                  <a:cubicBezTo>
                    <a:pt x="2575647" y="469891"/>
                    <a:pt x="2626132" y="483797"/>
                    <a:pt x="2675854" y="502086"/>
                  </a:cubicBezTo>
                  <a:cubicBezTo>
                    <a:pt x="2680996" y="503992"/>
                    <a:pt x="2687282" y="503419"/>
                    <a:pt x="2692998" y="503038"/>
                  </a:cubicBezTo>
                  <a:cubicBezTo>
                    <a:pt x="2709003" y="501706"/>
                    <a:pt x="2726337" y="495038"/>
                    <a:pt x="2740816" y="499037"/>
                  </a:cubicBezTo>
                  <a:cubicBezTo>
                    <a:pt x="2779297" y="510088"/>
                    <a:pt x="2817398" y="523423"/>
                    <a:pt x="2853596" y="540187"/>
                  </a:cubicBezTo>
                  <a:cubicBezTo>
                    <a:pt x="2890365" y="557142"/>
                    <a:pt x="2924464" y="571430"/>
                    <a:pt x="2966565" y="554286"/>
                  </a:cubicBezTo>
                  <a:cubicBezTo>
                    <a:pt x="2984472" y="547045"/>
                    <a:pt x="3008095" y="552190"/>
                    <a:pt x="3028671" y="554094"/>
                  </a:cubicBezTo>
                  <a:cubicBezTo>
                    <a:pt x="3043720" y="555618"/>
                    <a:pt x="3058198" y="564192"/>
                    <a:pt x="3073059" y="564192"/>
                  </a:cubicBezTo>
                  <a:cubicBezTo>
                    <a:pt x="3112686" y="564192"/>
                    <a:pt x="3147927" y="574288"/>
                    <a:pt x="3182219" y="594862"/>
                  </a:cubicBezTo>
                  <a:cubicBezTo>
                    <a:pt x="3195557" y="602863"/>
                    <a:pt x="3216322" y="597529"/>
                    <a:pt x="3233656" y="599625"/>
                  </a:cubicBezTo>
                  <a:cubicBezTo>
                    <a:pt x="3251947" y="602101"/>
                    <a:pt x="3270804" y="604387"/>
                    <a:pt x="3288332" y="609914"/>
                  </a:cubicBezTo>
                  <a:cubicBezTo>
                    <a:pt x="3333672" y="624392"/>
                    <a:pt x="3378441" y="640774"/>
                    <a:pt x="3423591" y="656015"/>
                  </a:cubicBezTo>
                  <a:cubicBezTo>
                    <a:pt x="3460738" y="668590"/>
                    <a:pt x="3497317" y="658683"/>
                    <a:pt x="3534084" y="653349"/>
                  </a:cubicBezTo>
                  <a:cubicBezTo>
                    <a:pt x="3557137" y="649919"/>
                    <a:pt x="3578662" y="641727"/>
                    <a:pt x="3604571" y="653918"/>
                  </a:cubicBezTo>
                  <a:cubicBezTo>
                    <a:pt x="3629338" y="665541"/>
                    <a:pt x="3660771" y="662873"/>
                    <a:pt x="3688586" y="669160"/>
                  </a:cubicBezTo>
                  <a:cubicBezTo>
                    <a:pt x="3712020" y="674494"/>
                    <a:pt x="3734687" y="683068"/>
                    <a:pt x="3757358" y="691450"/>
                  </a:cubicBezTo>
                  <a:cubicBezTo>
                    <a:pt x="3788221" y="702881"/>
                    <a:pt x="3818700" y="714881"/>
                    <a:pt x="3852421" y="709167"/>
                  </a:cubicBezTo>
                  <a:cubicBezTo>
                    <a:pt x="3890714" y="702689"/>
                    <a:pt x="3917001" y="727073"/>
                    <a:pt x="3947104" y="743267"/>
                  </a:cubicBezTo>
                  <a:cubicBezTo>
                    <a:pt x="3967869" y="754316"/>
                    <a:pt x="3990538" y="762509"/>
                    <a:pt x="4013208" y="769367"/>
                  </a:cubicBezTo>
                  <a:cubicBezTo>
                    <a:pt x="4043497" y="778321"/>
                    <a:pt x="4074740" y="783655"/>
                    <a:pt x="4105222" y="792418"/>
                  </a:cubicBezTo>
                  <a:cubicBezTo>
                    <a:pt x="4151325" y="805561"/>
                    <a:pt x="4198001" y="815850"/>
                    <a:pt x="4246006" y="808610"/>
                  </a:cubicBezTo>
                  <a:cubicBezTo>
                    <a:pt x="4268105" y="805372"/>
                    <a:pt x="4288682" y="805561"/>
                    <a:pt x="4310779" y="810326"/>
                  </a:cubicBezTo>
                  <a:cubicBezTo>
                    <a:pt x="4346974" y="818136"/>
                    <a:pt x="4384123" y="819089"/>
                    <a:pt x="4413272" y="848235"/>
                  </a:cubicBezTo>
                  <a:cubicBezTo>
                    <a:pt x="4423558" y="858524"/>
                    <a:pt x="4442037" y="861190"/>
                    <a:pt x="4457087" y="866524"/>
                  </a:cubicBezTo>
                  <a:cubicBezTo>
                    <a:pt x="4474424" y="872812"/>
                    <a:pt x="4487186" y="869572"/>
                    <a:pt x="4496523" y="851284"/>
                  </a:cubicBezTo>
                  <a:cubicBezTo>
                    <a:pt x="4500713" y="843093"/>
                    <a:pt x="4512715" y="835091"/>
                    <a:pt x="4522050" y="833757"/>
                  </a:cubicBezTo>
                  <a:cubicBezTo>
                    <a:pt x="4550055" y="829757"/>
                    <a:pt x="4575773" y="835663"/>
                    <a:pt x="4602824" y="848618"/>
                  </a:cubicBezTo>
                  <a:cubicBezTo>
                    <a:pt x="4628161" y="860810"/>
                    <a:pt x="4659786" y="859476"/>
                    <a:pt x="4688553" y="864238"/>
                  </a:cubicBezTo>
                  <a:cubicBezTo>
                    <a:pt x="4708936" y="867668"/>
                    <a:pt x="4729321" y="874716"/>
                    <a:pt x="4749895" y="874716"/>
                  </a:cubicBezTo>
                  <a:cubicBezTo>
                    <a:pt x="4775424" y="874716"/>
                    <a:pt x="4800761" y="868620"/>
                    <a:pt x="4826480" y="866334"/>
                  </a:cubicBezTo>
                  <a:cubicBezTo>
                    <a:pt x="4846482" y="864430"/>
                    <a:pt x="4866867" y="865192"/>
                    <a:pt x="4886870" y="862906"/>
                  </a:cubicBezTo>
                  <a:cubicBezTo>
                    <a:pt x="4903254" y="861190"/>
                    <a:pt x="4919447" y="856810"/>
                    <a:pt x="4935639" y="853190"/>
                  </a:cubicBezTo>
                  <a:cubicBezTo>
                    <a:pt x="4941546" y="851856"/>
                    <a:pt x="4947452" y="846711"/>
                    <a:pt x="4952784" y="847473"/>
                  </a:cubicBezTo>
                  <a:cubicBezTo>
                    <a:pt x="5005745" y="855666"/>
                    <a:pt x="5043847" y="819089"/>
                    <a:pt x="5088617" y="802896"/>
                  </a:cubicBezTo>
                  <a:cubicBezTo>
                    <a:pt x="5135672" y="785749"/>
                    <a:pt x="5181204" y="759461"/>
                    <a:pt x="5233781" y="767271"/>
                  </a:cubicBezTo>
                  <a:cubicBezTo>
                    <a:pt x="5265596" y="772033"/>
                    <a:pt x="5296267" y="783083"/>
                    <a:pt x="5327893" y="789752"/>
                  </a:cubicBezTo>
                  <a:cubicBezTo>
                    <a:pt x="5339132" y="792038"/>
                    <a:pt x="5351705" y="791656"/>
                    <a:pt x="5362946" y="789370"/>
                  </a:cubicBezTo>
                  <a:cubicBezTo>
                    <a:pt x="5417240" y="778891"/>
                    <a:pt x="5470771" y="777367"/>
                    <a:pt x="5524115" y="794514"/>
                  </a:cubicBezTo>
                  <a:cubicBezTo>
                    <a:pt x="5533257" y="797372"/>
                    <a:pt x="5542974" y="800038"/>
                    <a:pt x="5552500" y="800038"/>
                  </a:cubicBezTo>
                  <a:cubicBezTo>
                    <a:pt x="5604697" y="800038"/>
                    <a:pt x="5655944" y="796038"/>
                    <a:pt x="5705857" y="777367"/>
                  </a:cubicBezTo>
                  <a:cubicBezTo>
                    <a:pt x="5722622" y="771080"/>
                    <a:pt x="5743006" y="775081"/>
                    <a:pt x="5761485" y="773557"/>
                  </a:cubicBezTo>
                  <a:cubicBezTo>
                    <a:pt x="5778629" y="772224"/>
                    <a:pt x="5796156" y="771653"/>
                    <a:pt x="5812731" y="767271"/>
                  </a:cubicBezTo>
                  <a:cubicBezTo>
                    <a:pt x="5836925" y="760795"/>
                    <a:pt x="5859404" y="760033"/>
                    <a:pt x="5884361" y="765747"/>
                  </a:cubicBezTo>
                  <a:cubicBezTo>
                    <a:pt x="5908174" y="771080"/>
                    <a:pt x="5933892" y="768415"/>
                    <a:pt x="5958660" y="768605"/>
                  </a:cubicBezTo>
                  <a:cubicBezTo>
                    <a:pt x="5986282" y="768795"/>
                    <a:pt x="6013906" y="768984"/>
                    <a:pt x="6041528" y="768033"/>
                  </a:cubicBezTo>
                  <a:cubicBezTo>
                    <a:pt x="6052579" y="767653"/>
                    <a:pt x="6065151" y="760033"/>
                    <a:pt x="6074297" y="763081"/>
                  </a:cubicBezTo>
                  <a:cubicBezTo>
                    <a:pt x="6103824" y="773366"/>
                    <a:pt x="6133353" y="760985"/>
                    <a:pt x="6162880" y="766509"/>
                  </a:cubicBezTo>
                  <a:cubicBezTo>
                    <a:pt x="6177360" y="769367"/>
                    <a:pt x="6193743" y="761557"/>
                    <a:pt x="6209364" y="760795"/>
                  </a:cubicBezTo>
                  <a:cubicBezTo>
                    <a:pt x="6234892" y="759461"/>
                    <a:pt x="6260419" y="760033"/>
                    <a:pt x="6285948" y="759651"/>
                  </a:cubicBezTo>
                  <a:cubicBezTo>
                    <a:pt x="6294330" y="759461"/>
                    <a:pt x="6302523" y="758699"/>
                    <a:pt x="6310905" y="758316"/>
                  </a:cubicBezTo>
                  <a:cubicBezTo>
                    <a:pt x="6318335" y="757936"/>
                    <a:pt x="6326145" y="756222"/>
                    <a:pt x="6333194" y="757554"/>
                  </a:cubicBezTo>
                  <a:cubicBezTo>
                    <a:pt x="6358723" y="762318"/>
                    <a:pt x="6383869" y="770129"/>
                    <a:pt x="6409586" y="773177"/>
                  </a:cubicBezTo>
                  <a:cubicBezTo>
                    <a:pt x="6431875" y="775843"/>
                    <a:pt x="6454928" y="772224"/>
                    <a:pt x="6477407" y="774129"/>
                  </a:cubicBezTo>
                  <a:cubicBezTo>
                    <a:pt x="6517032" y="777367"/>
                    <a:pt x="6556657" y="783083"/>
                    <a:pt x="6596283" y="786703"/>
                  </a:cubicBezTo>
                  <a:cubicBezTo>
                    <a:pt x="6604857" y="787465"/>
                    <a:pt x="6613809" y="782701"/>
                    <a:pt x="6622573" y="782321"/>
                  </a:cubicBezTo>
                  <a:cubicBezTo>
                    <a:pt x="6650006" y="781369"/>
                    <a:pt x="6677439" y="781177"/>
                    <a:pt x="6704872" y="780607"/>
                  </a:cubicBezTo>
                  <a:cubicBezTo>
                    <a:pt x="6720493" y="780415"/>
                    <a:pt x="6736305" y="780987"/>
                    <a:pt x="6751738" y="779273"/>
                  </a:cubicBezTo>
                  <a:cubicBezTo>
                    <a:pt x="6772120" y="776987"/>
                    <a:pt x="6790599" y="773557"/>
                    <a:pt x="6809650" y="788417"/>
                  </a:cubicBezTo>
                  <a:cubicBezTo>
                    <a:pt x="6816984" y="794180"/>
                    <a:pt x="6824819" y="797942"/>
                    <a:pt x="6832976" y="800428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4E59A2A1-1352-47AA-80C2-0FF537594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403998" y="2991370"/>
              <a:ext cx="6857455" cy="874716"/>
            </a:xfrm>
            <a:custGeom>
              <a:avLst/>
              <a:gdLst>
                <a:gd name="connsiteX0" fmla="*/ 6857455 w 6857455"/>
                <a:gd name="connsiteY0" fmla="*/ 804643 h 874716"/>
                <a:gd name="connsiteX1" fmla="*/ 6857455 w 6857455"/>
                <a:gd name="connsiteY1" fmla="*/ 562246 h 874716"/>
                <a:gd name="connsiteX2" fmla="*/ 6829178 w 6857455"/>
                <a:gd name="connsiteY2" fmla="*/ 551284 h 874716"/>
                <a:gd name="connsiteX3" fmla="*/ 6766024 w 6857455"/>
                <a:gd name="connsiteY3" fmla="*/ 500372 h 874716"/>
                <a:gd name="connsiteX4" fmla="*/ 6734971 w 6857455"/>
                <a:gd name="connsiteY4" fmla="*/ 500944 h 874716"/>
                <a:gd name="connsiteX5" fmla="*/ 6683915 w 6857455"/>
                <a:gd name="connsiteY5" fmla="*/ 507040 h 874716"/>
                <a:gd name="connsiteX6" fmla="*/ 6628860 w 6857455"/>
                <a:gd name="connsiteY6" fmla="*/ 495418 h 874716"/>
                <a:gd name="connsiteX7" fmla="*/ 6588662 w 6857455"/>
                <a:gd name="connsiteY7" fmla="*/ 487227 h 874716"/>
                <a:gd name="connsiteX8" fmla="*/ 6476074 w 6857455"/>
                <a:gd name="connsiteY8" fmla="*/ 511230 h 874716"/>
                <a:gd name="connsiteX9" fmla="*/ 6382345 w 6857455"/>
                <a:gd name="connsiteY9" fmla="*/ 534853 h 874716"/>
                <a:gd name="connsiteX10" fmla="*/ 6369391 w 6857455"/>
                <a:gd name="connsiteY10" fmla="*/ 531615 h 874716"/>
                <a:gd name="connsiteX11" fmla="*/ 6244799 w 6857455"/>
                <a:gd name="connsiteY11" fmla="*/ 512182 h 874716"/>
                <a:gd name="connsiteX12" fmla="*/ 6190315 w 6857455"/>
                <a:gd name="connsiteY12" fmla="*/ 485703 h 874716"/>
                <a:gd name="connsiteX13" fmla="*/ 6115446 w 6857455"/>
                <a:gd name="connsiteY13" fmla="*/ 462270 h 874716"/>
                <a:gd name="connsiteX14" fmla="*/ 6032194 w 6857455"/>
                <a:gd name="connsiteY14" fmla="*/ 434266 h 874716"/>
                <a:gd name="connsiteX15" fmla="*/ 5971042 w 6857455"/>
                <a:gd name="connsiteY15" fmla="*/ 420738 h 874716"/>
                <a:gd name="connsiteX16" fmla="*/ 5880933 w 6857455"/>
                <a:gd name="connsiteY16" fmla="*/ 430646 h 874716"/>
                <a:gd name="connsiteX17" fmla="*/ 5862452 w 6857455"/>
                <a:gd name="connsiteY17" fmla="*/ 438648 h 874716"/>
                <a:gd name="connsiteX18" fmla="*/ 5685283 w 6857455"/>
                <a:gd name="connsiteY18" fmla="*/ 498658 h 874716"/>
                <a:gd name="connsiteX19" fmla="*/ 5567169 w 6857455"/>
                <a:gd name="connsiteY19" fmla="*/ 499420 h 874716"/>
                <a:gd name="connsiteX20" fmla="*/ 5527923 w 6857455"/>
                <a:gd name="connsiteY20" fmla="*/ 490466 h 874716"/>
                <a:gd name="connsiteX21" fmla="*/ 5456292 w 6857455"/>
                <a:gd name="connsiteY21" fmla="*/ 450650 h 874716"/>
                <a:gd name="connsiteX22" fmla="*/ 5424670 w 6857455"/>
                <a:gd name="connsiteY22" fmla="*/ 444934 h 874716"/>
                <a:gd name="connsiteX23" fmla="*/ 5368662 w 6857455"/>
                <a:gd name="connsiteY23" fmla="*/ 441124 h 874716"/>
                <a:gd name="connsiteX24" fmla="*/ 5247118 w 6857455"/>
                <a:gd name="connsiteY24" fmla="*/ 444934 h 874716"/>
                <a:gd name="connsiteX25" fmla="*/ 5088617 w 6857455"/>
                <a:gd name="connsiteY25" fmla="*/ 428742 h 874716"/>
                <a:gd name="connsiteX26" fmla="*/ 5025750 w 6857455"/>
                <a:gd name="connsiteY26" fmla="*/ 433694 h 874716"/>
                <a:gd name="connsiteX27" fmla="*/ 4957930 w 6857455"/>
                <a:gd name="connsiteY27" fmla="*/ 442268 h 874716"/>
                <a:gd name="connsiteX28" fmla="*/ 4938116 w 6857455"/>
                <a:gd name="connsiteY28" fmla="*/ 441886 h 874716"/>
                <a:gd name="connsiteX29" fmla="*/ 4833910 w 6857455"/>
                <a:gd name="connsiteY29" fmla="*/ 421693 h 874716"/>
                <a:gd name="connsiteX30" fmla="*/ 4810095 w 6857455"/>
                <a:gd name="connsiteY30" fmla="*/ 408167 h 874716"/>
                <a:gd name="connsiteX31" fmla="*/ 4747991 w 6857455"/>
                <a:gd name="connsiteY31" fmla="*/ 413691 h 874716"/>
                <a:gd name="connsiteX32" fmla="*/ 4692745 w 6857455"/>
                <a:gd name="connsiteY32" fmla="*/ 435790 h 874716"/>
                <a:gd name="connsiteX33" fmla="*/ 4375933 w 6857455"/>
                <a:gd name="connsiteY33" fmla="*/ 483417 h 874716"/>
                <a:gd name="connsiteX34" fmla="*/ 4185426 w 6857455"/>
                <a:gd name="connsiteY34" fmla="*/ 484179 h 874716"/>
                <a:gd name="connsiteX35" fmla="*/ 4052072 w 6857455"/>
                <a:gd name="connsiteY35" fmla="*/ 505134 h 874716"/>
                <a:gd name="connsiteX36" fmla="*/ 4029973 w 6857455"/>
                <a:gd name="connsiteY36" fmla="*/ 527233 h 874716"/>
                <a:gd name="connsiteX37" fmla="*/ 3948626 w 6857455"/>
                <a:gd name="connsiteY37" fmla="*/ 550666 h 874716"/>
                <a:gd name="connsiteX38" fmla="*/ 3871280 w 6857455"/>
                <a:gd name="connsiteY38" fmla="*/ 502275 h 874716"/>
                <a:gd name="connsiteX39" fmla="*/ 3774312 w 6857455"/>
                <a:gd name="connsiteY39" fmla="*/ 429122 h 874716"/>
                <a:gd name="connsiteX40" fmla="*/ 3721543 w 6857455"/>
                <a:gd name="connsiteY40" fmla="*/ 428552 h 874716"/>
                <a:gd name="connsiteX41" fmla="*/ 3612763 w 6857455"/>
                <a:gd name="connsiteY41" fmla="*/ 414263 h 874716"/>
                <a:gd name="connsiteX42" fmla="*/ 3537323 w 6857455"/>
                <a:gd name="connsiteY42" fmla="*/ 389878 h 874716"/>
                <a:gd name="connsiteX43" fmla="*/ 3431593 w 6857455"/>
                <a:gd name="connsiteY43" fmla="*/ 360921 h 874716"/>
                <a:gd name="connsiteX44" fmla="*/ 3392158 w 6857455"/>
                <a:gd name="connsiteY44" fmla="*/ 345681 h 874716"/>
                <a:gd name="connsiteX45" fmla="*/ 3297856 w 6857455"/>
                <a:gd name="connsiteY45" fmla="*/ 323010 h 874716"/>
                <a:gd name="connsiteX46" fmla="*/ 3219748 w 6857455"/>
                <a:gd name="connsiteY46" fmla="*/ 308151 h 874716"/>
                <a:gd name="connsiteX47" fmla="*/ 3156692 w 6857455"/>
                <a:gd name="connsiteY47" fmla="*/ 261668 h 874716"/>
                <a:gd name="connsiteX48" fmla="*/ 3136497 w 6857455"/>
                <a:gd name="connsiteY48" fmla="*/ 237663 h 874716"/>
                <a:gd name="connsiteX49" fmla="*/ 3119733 w 6857455"/>
                <a:gd name="connsiteY49" fmla="*/ 222233 h 874716"/>
                <a:gd name="connsiteX50" fmla="*/ 3045436 w 6857455"/>
                <a:gd name="connsiteY50" fmla="*/ 131742 h 874716"/>
                <a:gd name="connsiteX51" fmla="*/ 3037054 w 6857455"/>
                <a:gd name="connsiteY51" fmla="*/ 124121 h 874716"/>
                <a:gd name="connsiteX52" fmla="*/ 2936466 w 6857455"/>
                <a:gd name="connsiteY52" fmla="*/ 82400 h 874716"/>
                <a:gd name="connsiteX53" fmla="*/ 2901031 w 6857455"/>
                <a:gd name="connsiteY53" fmla="*/ 59731 h 874716"/>
                <a:gd name="connsiteX54" fmla="*/ 2828259 w 6857455"/>
                <a:gd name="connsiteY54" fmla="*/ 3149 h 874716"/>
                <a:gd name="connsiteX55" fmla="*/ 2799492 w 6857455"/>
                <a:gd name="connsiteY55" fmla="*/ 1245 h 874716"/>
                <a:gd name="connsiteX56" fmla="*/ 2693570 w 6857455"/>
                <a:gd name="connsiteY56" fmla="*/ 35154 h 874716"/>
                <a:gd name="connsiteX57" fmla="*/ 2639847 w 6857455"/>
                <a:gd name="connsiteY57" fmla="*/ 73448 h 874716"/>
                <a:gd name="connsiteX58" fmla="*/ 2621178 w 6857455"/>
                <a:gd name="connsiteY58" fmla="*/ 88688 h 874716"/>
                <a:gd name="connsiteX59" fmla="*/ 2489348 w 6857455"/>
                <a:gd name="connsiteY59" fmla="*/ 72304 h 874716"/>
                <a:gd name="connsiteX60" fmla="*/ 2452580 w 6857455"/>
                <a:gd name="connsiteY60" fmla="*/ 68683 h 874716"/>
                <a:gd name="connsiteX61" fmla="*/ 2326464 w 6857455"/>
                <a:gd name="connsiteY61" fmla="*/ 50395 h 874716"/>
                <a:gd name="connsiteX62" fmla="*/ 2300365 w 6857455"/>
                <a:gd name="connsiteY62" fmla="*/ 54777 h 874716"/>
                <a:gd name="connsiteX63" fmla="*/ 2130434 w 6857455"/>
                <a:gd name="connsiteY63" fmla="*/ 58397 h 874716"/>
                <a:gd name="connsiteX64" fmla="*/ 2118621 w 6857455"/>
                <a:gd name="connsiteY64" fmla="*/ 47919 h 874716"/>
                <a:gd name="connsiteX65" fmla="*/ 2057659 w 6857455"/>
                <a:gd name="connsiteY65" fmla="*/ 16866 h 874716"/>
                <a:gd name="connsiteX66" fmla="*/ 1976314 w 6857455"/>
                <a:gd name="connsiteY66" fmla="*/ 8865 h 874716"/>
                <a:gd name="connsiteX67" fmla="*/ 1961454 w 6857455"/>
                <a:gd name="connsiteY67" fmla="*/ 11724 h 874716"/>
                <a:gd name="connsiteX68" fmla="*/ 1906588 w 6857455"/>
                <a:gd name="connsiteY68" fmla="*/ 30964 h 874716"/>
                <a:gd name="connsiteX69" fmla="*/ 1783330 w 6857455"/>
                <a:gd name="connsiteY69" fmla="*/ 48871 h 874716"/>
                <a:gd name="connsiteX70" fmla="*/ 1759327 w 6857455"/>
                <a:gd name="connsiteY70" fmla="*/ 55349 h 874716"/>
                <a:gd name="connsiteX71" fmla="*/ 1716082 w 6857455"/>
                <a:gd name="connsiteY71" fmla="*/ 65445 h 874716"/>
                <a:gd name="connsiteX72" fmla="*/ 1598920 w 6857455"/>
                <a:gd name="connsiteY72" fmla="*/ 72114 h 874716"/>
                <a:gd name="connsiteX73" fmla="*/ 1542150 w 6857455"/>
                <a:gd name="connsiteY73" fmla="*/ 62207 h 874716"/>
                <a:gd name="connsiteX74" fmla="*/ 1516813 w 6857455"/>
                <a:gd name="connsiteY74" fmla="*/ 62779 h 874716"/>
                <a:gd name="connsiteX75" fmla="*/ 1432228 w 6857455"/>
                <a:gd name="connsiteY75" fmla="*/ 88116 h 874716"/>
                <a:gd name="connsiteX76" fmla="*/ 1224765 w 6857455"/>
                <a:gd name="connsiteY76" fmla="*/ 71924 h 874716"/>
                <a:gd name="connsiteX77" fmla="*/ 1159231 w 6857455"/>
                <a:gd name="connsiteY77" fmla="*/ 58207 h 874716"/>
                <a:gd name="connsiteX78" fmla="*/ 1124370 w 6857455"/>
                <a:gd name="connsiteY78" fmla="*/ 56301 h 874716"/>
                <a:gd name="connsiteX79" fmla="*/ 1075600 w 6857455"/>
                <a:gd name="connsiteY79" fmla="*/ 75542 h 874716"/>
                <a:gd name="connsiteX80" fmla="*/ 986633 w 6857455"/>
                <a:gd name="connsiteY80" fmla="*/ 79162 h 874716"/>
                <a:gd name="connsiteX81" fmla="*/ 861089 w 6857455"/>
                <a:gd name="connsiteY81" fmla="*/ 76304 h 874716"/>
                <a:gd name="connsiteX82" fmla="*/ 759168 w 6857455"/>
                <a:gd name="connsiteY82" fmla="*/ 104689 h 874716"/>
                <a:gd name="connsiteX83" fmla="*/ 723735 w 6857455"/>
                <a:gd name="connsiteY83" fmla="*/ 140696 h 874716"/>
                <a:gd name="connsiteX84" fmla="*/ 647532 w 6857455"/>
                <a:gd name="connsiteY84" fmla="*/ 147934 h 874716"/>
                <a:gd name="connsiteX85" fmla="*/ 552659 w 6857455"/>
                <a:gd name="connsiteY85" fmla="*/ 95926 h 874716"/>
                <a:gd name="connsiteX86" fmla="*/ 541800 w 6857455"/>
                <a:gd name="connsiteY86" fmla="*/ 97640 h 874716"/>
                <a:gd name="connsiteX87" fmla="*/ 375107 w 6857455"/>
                <a:gd name="connsiteY87" fmla="*/ 123169 h 874716"/>
                <a:gd name="connsiteX88" fmla="*/ 273567 w 6857455"/>
                <a:gd name="connsiteY88" fmla="*/ 145458 h 874716"/>
                <a:gd name="connsiteX89" fmla="*/ 264043 w 6857455"/>
                <a:gd name="connsiteY89" fmla="*/ 154792 h 874716"/>
                <a:gd name="connsiteX90" fmla="*/ 169360 w 6857455"/>
                <a:gd name="connsiteY90" fmla="*/ 177273 h 874716"/>
                <a:gd name="connsiteX91" fmla="*/ 89347 w 6857455"/>
                <a:gd name="connsiteY91" fmla="*/ 157460 h 874716"/>
                <a:gd name="connsiteX92" fmla="*/ 34291 w 6857455"/>
                <a:gd name="connsiteY92" fmla="*/ 145268 h 874716"/>
                <a:gd name="connsiteX93" fmla="*/ 0 w 6857455"/>
                <a:gd name="connsiteY93" fmla="*/ 142056 h 874716"/>
                <a:gd name="connsiteX94" fmla="*/ 0 w 6857455"/>
                <a:gd name="connsiteY94" fmla="*/ 849556 h 874716"/>
                <a:gd name="connsiteX95" fmla="*/ 60652 w 6857455"/>
                <a:gd name="connsiteY95" fmla="*/ 844783 h 874716"/>
                <a:gd name="connsiteX96" fmla="*/ 119068 w 6857455"/>
                <a:gd name="connsiteY96" fmla="*/ 827281 h 874716"/>
                <a:gd name="connsiteX97" fmla="*/ 171840 w 6857455"/>
                <a:gd name="connsiteY97" fmla="*/ 804420 h 874716"/>
                <a:gd name="connsiteX98" fmla="*/ 274329 w 6857455"/>
                <a:gd name="connsiteY98" fmla="*/ 794324 h 874716"/>
                <a:gd name="connsiteX99" fmla="*/ 306715 w 6857455"/>
                <a:gd name="connsiteY99" fmla="*/ 788798 h 874716"/>
                <a:gd name="connsiteX100" fmla="*/ 393967 w 6857455"/>
                <a:gd name="connsiteY100" fmla="*/ 765937 h 874716"/>
                <a:gd name="connsiteX101" fmla="*/ 493793 w 6857455"/>
                <a:gd name="connsiteY101" fmla="*/ 725549 h 874716"/>
                <a:gd name="connsiteX102" fmla="*/ 546373 w 6857455"/>
                <a:gd name="connsiteY102" fmla="*/ 740600 h 874716"/>
                <a:gd name="connsiteX103" fmla="*/ 730211 w 6857455"/>
                <a:gd name="connsiteY103" fmla="*/ 698116 h 874716"/>
                <a:gd name="connsiteX104" fmla="*/ 784889 w 6857455"/>
                <a:gd name="connsiteY104" fmla="*/ 676018 h 874716"/>
                <a:gd name="connsiteX105" fmla="*/ 800509 w 6857455"/>
                <a:gd name="connsiteY105" fmla="*/ 661349 h 874716"/>
                <a:gd name="connsiteX106" fmla="*/ 857661 w 6857455"/>
                <a:gd name="connsiteY106" fmla="*/ 626868 h 874716"/>
                <a:gd name="connsiteX107" fmla="*/ 949102 w 6857455"/>
                <a:gd name="connsiteY107" fmla="*/ 614676 h 874716"/>
                <a:gd name="connsiteX108" fmla="*/ 960342 w 6857455"/>
                <a:gd name="connsiteY108" fmla="*/ 607435 h 874716"/>
                <a:gd name="connsiteX109" fmla="*/ 977109 w 6857455"/>
                <a:gd name="connsiteY109" fmla="*/ 595815 h 874716"/>
                <a:gd name="connsiteX110" fmla="*/ 1071218 w 6857455"/>
                <a:gd name="connsiteY110" fmla="*/ 575240 h 874716"/>
                <a:gd name="connsiteX111" fmla="*/ 1091983 w 6857455"/>
                <a:gd name="connsiteY111" fmla="*/ 568764 h 874716"/>
                <a:gd name="connsiteX112" fmla="*/ 1109321 w 6857455"/>
                <a:gd name="connsiteY112" fmla="*/ 557904 h 874716"/>
                <a:gd name="connsiteX113" fmla="*/ 1162279 w 6857455"/>
                <a:gd name="connsiteY113" fmla="*/ 532949 h 874716"/>
                <a:gd name="connsiteX114" fmla="*/ 1206097 w 6857455"/>
                <a:gd name="connsiteY114" fmla="*/ 532187 h 874716"/>
                <a:gd name="connsiteX115" fmla="*/ 1266867 w 6857455"/>
                <a:gd name="connsiteY115" fmla="*/ 518088 h 874716"/>
                <a:gd name="connsiteX116" fmla="*/ 1380219 w 6857455"/>
                <a:gd name="connsiteY116" fmla="*/ 504182 h 874716"/>
                <a:gd name="connsiteX117" fmla="*/ 1403461 w 6857455"/>
                <a:gd name="connsiteY117" fmla="*/ 496180 h 874716"/>
                <a:gd name="connsiteX118" fmla="*/ 1544054 w 6857455"/>
                <a:gd name="connsiteY118" fmla="*/ 458268 h 874716"/>
                <a:gd name="connsiteX119" fmla="*/ 1656644 w 6857455"/>
                <a:gd name="connsiteY119" fmla="*/ 459032 h 874716"/>
                <a:gd name="connsiteX120" fmla="*/ 1665406 w 6857455"/>
                <a:gd name="connsiteY120" fmla="*/ 460747 h 874716"/>
                <a:gd name="connsiteX121" fmla="*/ 1708461 w 6857455"/>
                <a:gd name="connsiteY121" fmla="*/ 473318 h 874716"/>
                <a:gd name="connsiteX122" fmla="*/ 1775140 w 6857455"/>
                <a:gd name="connsiteY122" fmla="*/ 469891 h 874716"/>
                <a:gd name="connsiteX123" fmla="*/ 1821051 w 6857455"/>
                <a:gd name="connsiteY123" fmla="*/ 452554 h 874716"/>
                <a:gd name="connsiteX124" fmla="*/ 1878203 w 6857455"/>
                <a:gd name="connsiteY124" fmla="*/ 451792 h 874716"/>
                <a:gd name="connsiteX125" fmla="*/ 1943547 w 6857455"/>
                <a:gd name="connsiteY125" fmla="*/ 462651 h 874716"/>
                <a:gd name="connsiteX126" fmla="*/ 1972884 w 6857455"/>
                <a:gd name="connsiteY126" fmla="*/ 464937 h 874716"/>
                <a:gd name="connsiteX127" fmla="*/ 2053469 w 6857455"/>
                <a:gd name="connsiteY127" fmla="*/ 487417 h 874716"/>
                <a:gd name="connsiteX128" fmla="*/ 2101477 w 6857455"/>
                <a:gd name="connsiteY128" fmla="*/ 481893 h 874716"/>
                <a:gd name="connsiteX129" fmla="*/ 2148722 w 6857455"/>
                <a:gd name="connsiteY129" fmla="*/ 467033 h 874716"/>
                <a:gd name="connsiteX130" fmla="*/ 2179011 w 6857455"/>
                <a:gd name="connsiteY130" fmla="*/ 452744 h 874716"/>
                <a:gd name="connsiteX131" fmla="*/ 2240165 w 6857455"/>
                <a:gd name="connsiteY131" fmla="*/ 442648 h 874716"/>
                <a:gd name="connsiteX132" fmla="*/ 2251404 w 6857455"/>
                <a:gd name="connsiteY132" fmla="*/ 444172 h 874716"/>
                <a:gd name="connsiteX133" fmla="*/ 2433912 w 6857455"/>
                <a:gd name="connsiteY133" fmla="*/ 456746 h 874716"/>
                <a:gd name="connsiteX134" fmla="*/ 2506302 w 6857455"/>
                <a:gd name="connsiteY134" fmla="*/ 476939 h 874716"/>
                <a:gd name="connsiteX135" fmla="*/ 2521735 w 6857455"/>
                <a:gd name="connsiteY135" fmla="*/ 479415 h 874716"/>
                <a:gd name="connsiteX136" fmla="*/ 2675854 w 6857455"/>
                <a:gd name="connsiteY136" fmla="*/ 502086 h 874716"/>
                <a:gd name="connsiteX137" fmla="*/ 2692998 w 6857455"/>
                <a:gd name="connsiteY137" fmla="*/ 503038 h 874716"/>
                <a:gd name="connsiteX138" fmla="*/ 2740816 w 6857455"/>
                <a:gd name="connsiteY138" fmla="*/ 499037 h 874716"/>
                <a:gd name="connsiteX139" fmla="*/ 2853596 w 6857455"/>
                <a:gd name="connsiteY139" fmla="*/ 540187 h 874716"/>
                <a:gd name="connsiteX140" fmla="*/ 2966565 w 6857455"/>
                <a:gd name="connsiteY140" fmla="*/ 554286 h 874716"/>
                <a:gd name="connsiteX141" fmla="*/ 3028671 w 6857455"/>
                <a:gd name="connsiteY141" fmla="*/ 554094 h 874716"/>
                <a:gd name="connsiteX142" fmla="*/ 3073059 w 6857455"/>
                <a:gd name="connsiteY142" fmla="*/ 564192 h 874716"/>
                <a:gd name="connsiteX143" fmla="*/ 3182219 w 6857455"/>
                <a:gd name="connsiteY143" fmla="*/ 594862 h 874716"/>
                <a:gd name="connsiteX144" fmla="*/ 3233656 w 6857455"/>
                <a:gd name="connsiteY144" fmla="*/ 599625 h 874716"/>
                <a:gd name="connsiteX145" fmla="*/ 3288332 w 6857455"/>
                <a:gd name="connsiteY145" fmla="*/ 609914 h 874716"/>
                <a:gd name="connsiteX146" fmla="*/ 3423591 w 6857455"/>
                <a:gd name="connsiteY146" fmla="*/ 656015 h 874716"/>
                <a:gd name="connsiteX147" fmla="*/ 3534084 w 6857455"/>
                <a:gd name="connsiteY147" fmla="*/ 653349 h 874716"/>
                <a:gd name="connsiteX148" fmla="*/ 3604571 w 6857455"/>
                <a:gd name="connsiteY148" fmla="*/ 653918 h 874716"/>
                <a:gd name="connsiteX149" fmla="*/ 3688586 w 6857455"/>
                <a:gd name="connsiteY149" fmla="*/ 669160 h 874716"/>
                <a:gd name="connsiteX150" fmla="*/ 3757358 w 6857455"/>
                <a:gd name="connsiteY150" fmla="*/ 691450 h 874716"/>
                <a:gd name="connsiteX151" fmla="*/ 3852421 w 6857455"/>
                <a:gd name="connsiteY151" fmla="*/ 709167 h 874716"/>
                <a:gd name="connsiteX152" fmla="*/ 3947104 w 6857455"/>
                <a:gd name="connsiteY152" fmla="*/ 743267 h 874716"/>
                <a:gd name="connsiteX153" fmla="*/ 4013208 w 6857455"/>
                <a:gd name="connsiteY153" fmla="*/ 769367 h 874716"/>
                <a:gd name="connsiteX154" fmla="*/ 4105222 w 6857455"/>
                <a:gd name="connsiteY154" fmla="*/ 792417 h 874716"/>
                <a:gd name="connsiteX155" fmla="*/ 4246006 w 6857455"/>
                <a:gd name="connsiteY155" fmla="*/ 808610 h 874716"/>
                <a:gd name="connsiteX156" fmla="*/ 4310779 w 6857455"/>
                <a:gd name="connsiteY156" fmla="*/ 810326 h 874716"/>
                <a:gd name="connsiteX157" fmla="*/ 4413272 w 6857455"/>
                <a:gd name="connsiteY157" fmla="*/ 848235 h 874716"/>
                <a:gd name="connsiteX158" fmla="*/ 4457087 w 6857455"/>
                <a:gd name="connsiteY158" fmla="*/ 866524 h 874716"/>
                <a:gd name="connsiteX159" fmla="*/ 4496523 w 6857455"/>
                <a:gd name="connsiteY159" fmla="*/ 851284 h 874716"/>
                <a:gd name="connsiteX160" fmla="*/ 4522050 w 6857455"/>
                <a:gd name="connsiteY160" fmla="*/ 833757 h 874716"/>
                <a:gd name="connsiteX161" fmla="*/ 4602824 w 6857455"/>
                <a:gd name="connsiteY161" fmla="*/ 848618 h 874716"/>
                <a:gd name="connsiteX162" fmla="*/ 4688553 w 6857455"/>
                <a:gd name="connsiteY162" fmla="*/ 864238 h 874716"/>
                <a:gd name="connsiteX163" fmla="*/ 4749895 w 6857455"/>
                <a:gd name="connsiteY163" fmla="*/ 874716 h 874716"/>
                <a:gd name="connsiteX164" fmla="*/ 4826480 w 6857455"/>
                <a:gd name="connsiteY164" fmla="*/ 866334 h 874716"/>
                <a:gd name="connsiteX165" fmla="*/ 4886870 w 6857455"/>
                <a:gd name="connsiteY165" fmla="*/ 862906 h 874716"/>
                <a:gd name="connsiteX166" fmla="*/ 4935639 w 6857455"/>
                <a:gd name="connsiteY166" fmla="*/ 853190 h 874716"/>
                <a:gd name="connsiteX167" fmla="*/ 4952784 w 6857455"/>
                <a:gd name="connsiteY167" fmla="*/ 847473 h 874716"/>
                <a:gd name="connsiteX168" fmla="*/ 5088617 w 6857455"/>
                <a:gd name="connsiteY168" fmla="*/ 802896 h 874716"/>
                <a:gd name="connsiteX169" fmla="*/ 5233781 w 6857455"/>
                <a:gd name="connsiteY169" fmla="*/ 767271 h 874716"/>
                <a:gd name="connsiteX170" fmla="*/ 5327893 w 6857455"/>
                <a:gd name="connsiteY170" fmla="*/ 789752 h 874716"/>
                <a:gd name="connsiteX171" fmla="*/ 5362946 w 6857455"/>
                <a:gd name="connsiteY171" fmla="*/ 789370 h 874716"/>
                <a:gd name="connsiteX172" fmla="*/ 5524115 w 6857455"/>
                <a:gd name="connsiteY172" fmla="*/ 794514 h 874716"/>
                <a:gd name="connsiteX173" fmla="*/ 5552500 w 6857455"/>
                <a:gd name="connsiteY173" fmla="*/ 800038 h 874716"/>
                <a:gd name="connsiteX174" fmla="*/ 5705857 w 6857455"/>
                <a:gd name="connsiteY174" fmla="*/ 777367 h 874716"/>
                <a:gd name="connsiteX175" fmla="*/ 5761485 w 6857455"/>
                <a:gd name="connsiteY175" fmla="*/ 773557 h 874716"/>
                <a:gd name="connsiteX176" fmla="*/ 5812731 w 6857455"/>
                <a:gd name="connsiteY176" fmla="*/ 767271 h 874716"/>
                <a:gd name="connsiteX177" fmla="*/ 5884361 w 6857455"/>
                <a:gd name="connsiteY177" fmla="*/ 765747 h 874716"/>
                <a:gd name="connsiteX178" fmla="*/ 5958660 w 6857455"/>
                <a:gd name="connsiteY178" fmla="*/ 768605 h 874716"/>
                <a:gd name="connsiteX179" fmla="*/ 6041528 w 6857455"/>
                <a:gd name="connsiteY179" fmla="*/ 768033 h 874716"/>
                <a:gd name="connsiteX180" fmla="*/ 6074297 w 6857455"/>
                <a:gd name="connsiteY180" fmla="*/ 763081 h 874716"/>
                <a:gd name="connsiteX181" fmla="*/ 6162880 w 6857455"/>
                <a:gd name="connsiteY181" fmla="*/ 766509 h 874716"/>
                <a:gd name="connsiteX182" fmla="*/ 6209364 w 6857455"/>
                <a:gd name="connsiteY182" fmla="*/ 760795 h 874716"/>
                <a:gd name="connsiteX183" fmla="*/ 6285948 w 6857455"/>
                <a:gd name="connsiteY183" fmla="*/ 759651 h 874716"/>
                <a:gd name="connsiteX184" fmla="*/ 6310905 w 6857455"/>
                <a:gd name="connsiteY184" fmla="*/ 758316 h 874716"/>
                <a:gd name="connsiteX185" fmla="*/ 6333194 w 6857455"/>
                <a:gd name="connsiteY185" fmla="*/ 757554 h 874716"/>
                <a:gd name="connsiteX186" fmla="*/ 6409586 w 6857455"/>
                <a:gd name="connsiteY186" fmla="*/ 773177 h 874716"/>
                <a:gd name="connsiteX187" fmla="*/ 6477407 w 6857455"/>
                <a:gd name="connsiteY187" fmla="*/ 774129 h 874716"/>
                <a:gd name="connsiteX188" fmla="*/ 6596283 w 6857455"/>
                <a:gd name="connsiteY188" fmla="*/ 786703 h 874716"/>
                <a:gd name="connsiteX189" fmla="*/ 6622573 w 6857455"/>
                <a:gd name="connsiteY189" fmla="*/ 782321 h 874716"/>
                <a:gd name="connsiteX190" fmla="*/ 6704872 w 6857455"/>
                <a:gd name="connsiteY190" fmla="*/ 780607 h 874716"/>
                <a:gd name="connsiteX191" fmla="*/ 6751738 w 6857455"/>
                <a:gd name="connsiteY191" fmla="*/ 779273 h 874716"/>
                <a:gd name="connsiteX192" fmla="*/ 6809650 w 6857455"/>
                <a:gd name="connsiteY192" fmla="*/ 788417 h 874716"/>
                <a:gd name="connsiteX193" fmla="*/ 6832976 w 6857455"/>
                <a:gd name="connsiteY193" fmla="*/ 800428 h 8747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</a:cxnLst>
              <a:rect l="l" t="t" r="r" b="b"/>
              <a:pathLst>
                <a:path w="6857455" h="874716">
                  <a:moveTo>
                    <a:pt x="6857455" y="804643"/>
                  </a:moveTo>
                  <a:lnTo>
                    <a:pt x="6857455" y="562246"/>
                  </a:lnTo>
                  <a:lnTo>
                    <a:pt x="6829178" y="551284"/>
                  </a:lnTo>
                  <a:cubicBezTo>
                    <a:pt x="6805745" y="539044"/>
                    <a:pt x="6784885" y="521708"/>
                    <a:pt x="6766024" y="500372"/>
                  </a:cubicBezTo>
                  <a:cubicBezTo>
                    <a:pt x="6755166" y="488179"/>
                    <a:pt x="6746784" y="486845"/>
                    <a:pt x="6734971" y="500944"/>
                  </a:cubicBezTo>
                  <a:cubicBezTo>
                    <a:pt x="6721257" y="517326"/>
                    <a:pt x="6701634" y="510850"/>
                    <a:pt x="6683915" y="507040"/>
                  </a:cubicBezTo>
                  <a:cubicBezTo>
                    <a:pt x="6665629" y="503230"/>
                    <a:pt x="6647148" y="499228"/>
                    <a:pt x="6628860" y="495418"/>
                  </a:cubicBezTo>
                  <a:cubicBezTo>
                    <a:pt x="6615335" y="492752"/>
                    <a:pt x="6601999" y="490466"/>
                    <a:pt x="6588662" y="487227"/>
                  </a:cubicBezTo>
                  <a:cubicBezTo>
                    <a:pt x="6547133" y="477129"/>
                    <a:pt x="6509794" y="480177"/>
                    <a:pt x="6476074" y="511230"/>
                  </a:cubicBezTo>
                  <a:cubicBezTo>
                    <a:pt x="6450356" y="535043"/>
                    <a:pt x="6417399" y="542093"/>
                    <a:pt x="6382345" y="534853"/>
                  </a:cubicBezTo>
                  <a:cubicBezTo>
                    <a:pt x="6377963" y="533901"/>
                    <a:pt x="6372439" y="530091"/>
                    <a:pt x="6369391" y="531615"/>
                  </a:cubicBezTo>
                  <a:cubicBezTo>
                    <a:pt x="6323479" y="553904"/>
                    <a:pt x="6287092" y="514658"/>
                    <a:pt x="6244799" y="512182"/>
                  </a:cubicBezTo>
                  <a:cubicBezTo>
                    <a:pt x="6226130" y="511040"/>
                    <a:pt x="6207079" y="496942"/>
                    <a:pt x="6190315" y="485703"/>
                  </a:cubicBezTo>
                  <a:cubicBezTo>
                    <a:pt x="6167262" y="470271"/>
                    <a:pt x="6146687" y="455412"/>
                    <a:pt x="6115446" y="462270"/>
                  </a:cubicBezTo>
                  <a:cubicBezTo>
                    <a:pt x="6084203" y="469319"/>
                    <a:pt x="6055627" y="456364"/>
                    <a:pt x="6032194" y="434266"/>
                  </a:cubicBezTo>
                  <a:cubicBezTo>
                    <a:pt x="6014287" y="417501"/>
                    <a:pt x="5994665" y="415977"/>
                    <a:pt x="5971042" y="420738"/>
                  </a:cubicBezTo>
                  <a:cubicBezTo>
                    <a:pt x="5941513" y="426645"/>
                    <a:pt x="5910842" y="427027"/>
                    <a:pt x="5880933" y="430646"/>
                  </a:cubicBezTo>
                  <a:cubicBezTo>
                    <a:pt x="5874454" y="431408"/>
                    <a:pt x="5866265" y="434076"/>
                    <a:pt x="5862452" y="438648"/>
                  </a:cubicBezTo>
                  <a:cubicBezTo>
                    <a:pt x="5815779" y="495418"/>
                    <a:pt x="5750055" y="495990"/>
                    <a:pt x="5685283" y="498658"/>
                  </a:cubicBezTo>
                  <a:cubicBezTo>
                    <a:pt x="5646039" y="500372"/>
                    <a:pt x="5606604" y="500372"/>
                    <a:pt x="5567169" y="499420"/>
                  </a:cubicBezTo>
                  <a:cubicBezTo>
                    <a:pt x="5553832" y="499228"/>
                    <a:pt x="5539736" y="496180"/>
                    <a:pt x="5527923" y="490466"/>
                  </a:cubicBezTo>
                  <a:cubicBezTo>
                    <a:pt x="5503348" y="478463"/>
                    <a:pt x="5480680" y="462843"/>
                    <a:pt x="5456292" y="450650"/>
                  </a:cubicBezTo>
                  <a:cubicBezTo>
                    <a:pt x="5447151" y="445886"/>
                    <a:pt x="5435338" y="445696"/>
                    <a:pt x="5424670" y="444934"/>
                  </a:cubicBezTo>
                  <a:cubicBezTo>
                    <a:pt x="5405809" y="443410"/>
                    <a:pt x="5384854" y="447982"/>
                    <a:pt x="5368662" y="441124"/>
                  </a:cubicBezTo>
                  <a:cubicBezTo>
                    <a:pt x="5326559" y="423407"/>
                    <a:pt x="5287123" y="427407"/>
                    <a:pt x="5247118" y="444934"/>
                  </a:cubicBezTo>
                  <a:cubicBezTo>
                    <a:pt x="5191108" y="469509"/>
                    <a:pt x="5138148" y="467605"/>
                    <a:pt x="5088617" y="428742"/>
                  </a:cubicBezTo>
                  <a:cubicBezTo>
                    <a:pt x="5066328" y="411215"/>
                    <a:pt x="5044609" y="419596"/>
                    <a:pt x="5025750" y="433694"/>
                  </a:cubicBezTo>
                  <a:cubicBezTo>
                    <a:pt x="5004032" y="450078"/>
                    <a:pt x="4982885" y="454268"/>
                    <a:pt x="4957930" y="442268"/>
                  </a:cubicBezTo>
                  <a:cubicBezTo>
                    <a:pt x="4952404" y="439600"/>
                    <a:pt x="4944594" y="440933"/>
                    <a:pt x="4938116" y="441886"/>
                  </a:cubicBezTo>
                  <a:cubicBezTo>
                    <a:pt x="4901158" y="446648"/>
                    <a:pt x="4864009" y="454650"/>
                    <a:pt x="4833910" y="421693"/>
                  </a:cubicBezTo>
                  <a:cubicBezTo>
                    <a:pt x="4828004" y="415214"/>
                    <a:pt x="4818097" y="412549"/>
                    <a:pt x="4810095" y="408167"/>
                  </a:cubicBezTo>
                  <a:cubicBezTo>
                    <a:pt x="4776566" y="390258"/>
                    <a:pt x="4777900" y="391974"/>
                    <a:pt x="4747991" y="413691"/>
                  </a:cubicBezTo>
                  <a:cubicBezTo>
                    <a:pt x="4732369" y="425121"/>
                    <a:pt x="4710842" y="436742"/>
                    <a:pt x="4692745" y="435790"/>
                  </a:cubicBezTo>
                  <a:cubicBezTo>
                    <a:pt x="4583584" y="430075"/>
                    <a:pt x="4479758" y="457508"/>
                    <a:pt x="4375933" y="483417"/>
                  </a:cubicBezTo>
                  <a:cubicBezTo>
                    <a:pt x="4311923" y="499420"/>
                    <a:pt x="4249436" y="500372"/>
                    <a:pt x="4185426" y="484179"/>
                  </a:cubicBezTo>
                  <a:cubicBezTo>
                    <a:pt x="4139133" y="472367"/>
                    <a:pt x="4095315" y="491800"/>
                    <a:pt x="4052072" y="505134"/>
                  </a:cubicBezTo>
                  <a:cubicBezTo>
                    <a:pt x="4043117" y="507799"/>
                    <a:pt x="4034735" y="518278"/>
                    <a:pt x="4029973" y="527233"/>
                  </a:cubicBezTo>
                  <a:cubicBezTo>
                    <a:pt x="4012826" y="558858"/>
                    <a:pt x="3984441" y="563810"/>
                    <a:pt x="3948626" y="550666"/>
                  </a:cubicBezTo>
                  <a:cubicBezTo>
                    <a:pt x="3920241" y="540377"/>
                    <a:pt x="3894332" y="526661"/>
                    <a:pt x="3871280" y="502275"/>
                  </a:cubicBezTo>
                  <a:cubicBezTo>
                    <a:pt x="3844229" y="473701"/>
                    <a:pt x="3816224" y="441124"/>
                    <a:pt x="3774312" y="429122"/>
                  </a:cubicBezTo>
                  <a:cubicBezTo>
                    <a:pt x="3756214" y="423979"/>
                    <a:pt x="3740593" y="423217"/>
                    <a:pt x="3721543" y="428552"/>
                  </a:cubicBezTo>
                  <a:cubicBezTo>
                    <a:pt x="3684583" y="438837"/>
                    <a:pt x="3647436" y="446078"/>
                    <a:pt x="3612763" y="414263"/>
                  </a:cubicBezTo>
                  <a:cubicBezTo>
                    <a:pt x="3593712" y="396736"/>
                    <a:pt x="3567994" y="385496"/>
                    <a:pt x="3537323" y="389878"/>
                  </a:cubicBezTo>
                  <a:cubicBezTo>
                    <a:pt x="3499031" y="395402"/>
                    <a:pt x="3464168" y="381496"/>
                    <a:pt x="3431593" y="360921"/>
                  </a:cubicBezTo>
                  <a:cubicBezTo>
                    <a:pt x="3419971" y="353491"/>
                    <a:pt x="3405682" y="349301"/>
                    <a:pt x="3392158" y="345681"/>
                  </a:cubicBezTo>
                  <a:cubicBezTo>
                    <a:pt x="3360915" y="337298"/>
                    <a:pt x="3329480" y="329868"/>
                    <a:pt x="3297856" y="323010"/>
                  </a:cubicBezTo>
                  <a:cubicBezTo>
                    <a:pt x="3271948" y="317296"/>
                    <a:pt x="3245849" y="313104"/>
                    <a:pt x="3219748" y="308151"/>
                  </a:cubicBezTo>
                  <a:cubicBezTo>
                    <a:pt x="3191173" y="302817"/>
                    <a:pt x="3168502" y="290433"/>
                    <a:pt x="3156692" y="261668"/>
                  </a:cubicBezTo>
                  <a:cubicBezTo>
                    <a:pt x="3152882" y="252524"/>
                    <a:pt x="3143737" y="245283"/>
                    <a:pt x="3136497" y="237663"/>
                  </a:cubicBezTo>
                  <a:cubicBezTo>
                    <a:pt x="3131355" y="232139"/>
                    <a:pt x="3124495" y="227947"/>
                    <a:pt x="3119733" y="222233"/>
                  </a:cubicBezTo>
                  <a:cubicBezTo>
                    <a:pt x="3094776" y="192132"/>
                    <a:pt x="3070201" y="161843"/>
                    <a:pt x="3045436" y="131742"/>
                  </a:cubicBezTo>
                  <a:cubicBezTo>
                    <a:pt x="3042958" y="128884"/>
                    <a:pt x="3040292" y="125455"/>
                    <a:pt x="3037054" y="124121"/>
                  </a:cubicBezTo>
                  <a:cubicBezTo>
                    <a:pt x="3003525" y="110215"/>
                    <a:pt x="2969614" y="97070"/>
                    <a:pt x="2936466" y="82400"/>
                  </a:cubicBezTo>
                  <a:cubicBezTo>
                    <a:pt x="2923702" y="76686"/>
                    <a:pt x="2910558" y="69637"/>
                    <a:pt x="2901031" y="59731"/>
                  </a:cubicBezTo>
                  <a:cubicBezTo>
                    <a:pt x="2879314" y="37250"/>
                    <a:pt x="2859502" y="12866"/>
                    <a:pt x="2828259" y="3149"/>
                  </a:cubicBezTo>
                  <a:cubicBezTo>
                    <a:pt x="2819114" y="293"/>
                    <a:pt x="2808256" y="-1231"/>
                    <a:pt x="2799492" y="1245"/>
                  </a:cubicBezTo>
                  <a:cubicBezTo>
                    <a:pt x="2763867" y="11532"/>
                    <a:pt x="2729005" y="24296"/>
                    <a:pt x="2693570" y="35154"/>
                  </a:cubicBezTo>
                  <a:cubicBezTo>
                    <a:pt x="2671092" y="41823"/>
                    <a:pt x="2650707" y="49825"/>
                    <a:pt x="2639847" y="73448"/>
                  </a:cubicBezTo>
                  <a:cubicBezTo>
                    <a:pt x="2636801" y="80114"/>
                    <a:pt x="2628226" y="87354"/>
                    <a:pt x="2621178" y="88688"/>
                  </a:cubicBezTo>
                  <a:cubicBezTo>
                    <a:pt x="2575839" y="97260"/>
                    <a:pt x="2531069" y="101451"/>
                    <a:pt x="2489348" y="72304"/>
                  </a:cubicBezTo>
                  <a:cubicBezTo>
                    <a:pt x="2480585" y="66017"/>
                    <a:pt x="2464201" y="66017"/>
                    <a:pt x="2452580" y="68683"/>
                  </a:cubicBezTo>
                  <a:cubicBezTo>
                    <a:pt x="2407811" y="78590"/>
                    <a:pt x="2365328" y="82020"/>
                    <a:pt x="2326464" y="50395"/>
                  </a:cubicBezTo>
                  <a:cubicBezTo>
                    <a:pt x="2321892" y="46585"/>
                    <a:pt x="2307224" y="50015"/>
                    <a:pt x="2300365" y="54777"/>
                  </a:cubicBezTo>
                  <a:cubicBezTo>
                    <a:pt x="2234259" y="101261"/>
                    <a:pt x="2198064" y="102405"/>
                    <a:pt x="2130434" y="58397"/>
                  </a:cubicBezTo>
                  <a:cubicBezTo>
                    <a:pt x="2126052" y="55539"/>
                    <a:pt x="2120337" y="52301"/>
                    <a:pt x="2118621" y="47919"/>
                  </a:cubicBezTo>
                  <a:cubicBezTo>
                    <a:pt x="2107001" y="19914"/>
                    <a:pt x="2082236" y="19152"/>
                    <a:pt x="2057659" y="16866"/>
                  </a:cubicBezTo>
                  <a:cubicBezTo>
                    <a:pt x="2030608" y="14390"/>
                    <a:pt x="2003555" y="11152"/>
                    <a:pt x="1976314" y="8865"/>
                  </a:cubicBezTo>
                  <a:cubicBezTo>
                    <a:pt x="1971550" y="8483"/>
                    <a:pt x="1966216" y="10007"/>
                    <a:pt x="1961454" y="11724"/>
                  </a:cubicBezTo>
                  <a:cubicBezTo>
                    <a:pt x="1943165" y="18010"/>
                    <a:pt x="1925449" y="27154"/>
                    <a:pt x="1906588" y="30964"/>
                  </a:cubicBezTo>
                  <a:cubicBezTo>
                    <a:pt x="1865821" y="39156"/>
                    <a:pt x="1826385" y="55539"/>
                    <a:pt x="1783330" y="48871"/>
                  </a:cubicBezTo>
                  <a:cubicBezTo>
                    <a:pt x="1775902" y="47729"/>
                    <a:pt x="1767327" y="53253"/>
                    <a:pt x="1759327" y="55349"/>
                  </a:cubicBezTo>
                  <a:cubicBezTo>
                    <a:pt x="1744849" y="58969"/>
                    <a:pt x="1730750" y="64111"/>
                    <a:pt x="1716082" y="65445"/>
                  </a:cubicBezTo>
                  <a:cubicBezTo>
                    <a:pt x="1677218" y="68875"/>
                    <a:pt x="1637975" y="71924"/>
                    <a:pt x="1598920" y="72114"/>
                  </a:cubicBezTo>
                  <a:cubicBezTo>
                    <a:pt x="1580061" y="72304"/>
                    <a:pt x="1561201" y="65065"/>
                    <a:pt x="1542150" y="62207"/>
                  </a:cubicBezTo>
                  <a:cubicBezTo>
                    <a:pt x="1533578" y="60873"/>
                    <a:pt x="1519669" y="58587"/>
                    <a:pt x="1516813" y="62779"/>
                  </a:cubicBezTo>
                  <a:cubicBezTo>
                    <a:pt x="1494714" y="94592"/>
                    <a:pt x="1463661" y="88496"/>
                    <a:pt x="1432228" y="88116"/>
                  </a:cubicBezTo>
                  <a:cubicBezTo>
                    <a:pt x="1362884" y="87354"/>
                    <a:pt x="1295826" y="60493"/>
                    <a:pt x="1224765" y="71924"/>
                  </a:cubicBezTo>
                  <a:cubicBezTo>
                    <a:pt x="1204191" y="75162"/>
                    <a:pt x="1181330" y="62397"/>
                    <a:pt x="1159231" y="58207"/>
                  </a:cubicBezTo>
                  <a:cubicBezTo>
                    <a:pt x="1147801" y="56111"/>
                    <a:pt x="1135228" y="53633"/>
                    <a:pt x="1124370" y="56301"/>
                  </a:cubicBezTo>
                  <a:cubicBezTo>
                    <a:pt x="1107605" y="60493"/>
                    <a:pt x="1091411" y="68113"/>
                    <a:pt x="1075600" y="75542"/>
                  </a:cubicBezTo>
                  <a:cubicBezTo>
                    <a:pt x="1046261" y="89258"/>
                    <a:pt x="1016162" y="89258"/>
                    <a:pt x="986633" y="79162"/>
                  </a:cubicBezTo>
                  <a:cubicBezTo>
                    <a:pt x="944722" y="64873"/>
                    <a:pt x="903193" y="64873"/>
                    <a:pt x="861089" y="76304"/>
                  </a:cubicBezTo>
                  <a:cubicBezTo>
                    <a:pt x="826990" y="85638"/>
                    <a:pt x="791935" y="92116"/>
                    <a:pt x="759168" y="104689"/>
                  </a:cubicBezTo>
                  <a:cubicBezTo>
                    <a:pt x="744689" y="110215"/>
                    <a:pt x="732497" y="126597"/>
                    <a:pt x="723735" y="140696"/>
                  </a:cubicBezTo>
                  <a:cubicBezTo>
                    <a:pt x="706018" y="169271"/>
                    <a:pt x="674013" y="169081"/>
                    <a:pt x="647532" y="147934"/>
                  </a:cubicBezTo>
                  <a:cubicBezTo>
                    <a:pt x="619717" y="125645"/>
                    <a:pt x="584664" y="112501"/>
                    <a:pt x="552659" y="95926"/>
                  </a:cubicBezTo>
                  <a:cubicBezTo>
                    <a:pt x="549993" y="94592"/>
                    <a:pt x="545039" y="96116"/>
                    <a:pt x="541800" y="97640"/>
                  </a:cubicBezTo>
                  <a:cubicBezTo>
                    <a:pt x="488649" y="122407"/>
                    <a:pt x="433593" y="126979"/>
                    <a:pt x="375107" y="123169"/>
                  </a:cubicBezTo>
                  <a:cubicBezTo>
                    <a:pt x="341960" y="121073"/>
                    <a:pt x="307289" y="137076"/>
                    <a:pt x="273567" y="145458"/>
                  </a:cubicBezTo>
                  <a:cubicBezTo>
                    <a:pt x="269757" y="146410"/>
                    <a:pt x="266519" y="151174"/>
                    <a:pt x="264043" y="154792"/>
                  </a:cubicBezTo>
                  <a:cubicBezTo>
                    <a:pt x="240228" y="190800"/>
                    <a:pt x="208223" y="200706"/>
                    <a:pt x="169360" y="177273"/>
                  </a:cubicBezTo>
                  <a:cubicBezTo>
                    <a:pt x="143643" y="161651"/>
                    <a:pt x="118114" y="158032"/>
                    <a:pt x="89347" y="157460"/>
                  </a:cubicBezTo>
                  <a:cubicBezTo>
                    <a:pt x="71059" y="157078"/>
                    <a:pt x="52962" y="147934"/>
                    <a:pt x="34291" y="145268"/>
                  </a:cubicBezTo>
                  <a:lnTo>
                    <a:pt x="0" y="142056"/>
                  </a:lnTo>
                  <a:lnTo>
                    <a:pt x="0" y="849556"/>
                  </a:lnTo>
                  <a:lnTo>
                    <a:pt x="60652" y="844783"/>
                  </a:lnTo>
                  <a:cubicBezTo>
                    <a:pt x="80251" y="839473"/>
                    <a:pt x="99446" y="832043"/>
                    <a:pt x="119068" y="827281"/>
                  </a:cubicBezTo>
                  <a:cubicBezTo>
                    <a:pt x="137355" y="822899"/>
                    <a:pt x="154501" y="812802"/>
                    <a:pt x="171840" y="804420"/>
                  </a:cubicBezTo>
                  <a:cubicBezTo>
                    <a:pt x="204985" y="788417"/>
                    <a:pt x="240420" y="798514"/>
                    <a:pt x="274329" y="794324"/>
                  </a:cubicBezTo>
                  <a:cubicBezTo>
                    <a:pt x="285188" y="792990"/>
                    <a:pt x="296046" y="791466"/>
                    <a:pt x="306715" y="788798"/>
                  </a:cubicBezTo>
                  <a:cubicBezTo>
                    <a:pt x="335864" y="781749"/>
                    <a:pt x="365583" y="775653"/>
                    <a:pt x="393967" y="765937"/>
                  </a:cubicBezTo>
                  <a:cubicBezTo>
                    <a:pt x="426165" y="755078"/>
                    <a:pt x="457028" y="740600"/>
                    <a:pt x="493793" y="725549"/>
                  </a:cubicBezTo>
                  <a:cubicBezTo>
                    <a:pt x="506557" y="729360"/>
                    <a:pt x="526180" y="739648"/>
                    <a:pt x="546373" y="740600"/>
                  </a:cubicBezTo>
                  <a:cubicBezTo>
                    <a:pt x="611337" y="743838"/>
                    <a:pt x="672107" y="726121"/>
                    <a:pt x="730211" y="698116"/>
                  </a:cubicBezTo>
                  <a:cubicBezTo>
                    <a:pt x="747927" y="689734"/>
                    <a:pt x="766980" y="684210"/>
                    <a:pt x="784889" y="676018"/>
                  </a:cubicBezTo>
                  <a:cubicBezTo>
                    <a:pt x="791173" y="673161"/>
                    <a:pt x="799365" y="667065"/>
                    <a:pt x="800509" y="661349"/>
                  </a:cubicBezTo>
                  <a:cubicBezTo>
                    <a:pt x="807175" y="628201"/>
                    <a:pt x="831942" y="628772"/>
                    <a:pt x="857661" y="626868"/>
                  </a:cubicBezTo>
                  <a:cubicBezTo>
                    <a:pt x="888332" y="624582"/>
                    <a:pt x="918621" y="619248"/>
                    <a:pt x="949102" y="614676"/>
                  </a:cubicBezTo>
                  <a:cubicBezTo>
                    <a:pt x="953104" y="614104"/>
                    <a:pt x="956722" y="610104"/>
                    <a:pt x="960342" y="607435"/>
                  </a:cubicBezTo>
                  <a:cubicBezTo>
                    <a:pt x="965867" y="603435"/>
                    <a:pt x="971011" y="597339"/>
                    <a:pt x="977109" y="595815"/>
                  </a:cubicBezTo>
                  <a:cubicBezTo>
                    <a:pt x="1008350" y="588385"/>
                    <a:pt x="1039783" y="582099"/>
                    <a:pt x="1071218" y="575240"/>
                  </a:cubicBezTo>
                  <a:cubicBezTo>
                    <a:pt x="1078266" y="573716"/>
                    <a:pt x="1085505" y="571812"/>
                    <a:pt x="1091983" y="568764"/>
                  </a:cubicBezTo>
                  <a:cubicBezTo>
                    <a:pt x="1098079" y="565906"/>
                    <a:pt x="1103223" y="560952"/>
                    <a:pt x="1109321" y="557904"/>
                  </a:cubicBezTo>
                  <a:cubicBezTo>
                    <a:pt x="1125892" y="549714"/>
                    <a:pt x="1142851" y="542093"/>
                    <a:pt x="1162279" y="532949"/>
                  </a:cubicBezTo>
                  <a:cubicBezTo>
                    <a:pt x="1173138" y="550094"/>
                    <a:pt x="1187810" y="540377"/>
                    <a:pt x="1206097" y="532187"/>
                  </a:cubicBezTo>
                  <a:cubicBezTo>
                    <a:pt x="1224765" y="523805"/>
                    <a:pt x="1246292" y="521137"/>
                    <a:pt x="1266867" y="518088"/>
                  </a:cubicBezTo>
                  <a:cubicBezTo>
                    <a:pt x="1304588" y="512564"/>
                    <a:pt x="1342499" y="509134"/>
                    <a:pt x="1380219" y="504182"/>
                  </a:cubicBezTo>
                  <a:cubicBezTo>
                    <a:pt x="1388221" y="503038"/>
                    <a:pt x="1397365" y="500944"/>
                    <a:pt x="1403461" y="496180"/>
                  </a:cubicBezTo>
                  <a:cubicBezTo>
                    <a:pt x="1445181" y="464175"/>
                    <a:pt x="1495858" y="455222"/>
                    <a:pt x="1544054" y="458268"/>
                  </a:cubicBezTo>
                  <a:cubicBezTo>
                    <a:pt x="1581965" y="460557"/>
                    <a:pt x="1619114" y="462270"/>
                    <a:pt x="1656644" y="459032"/>
                  </a:cubicBezTo>
                  <a:cubicBezTo>
                    <a:pt x="1659502" y="458841"/>
                    <a:pt x="1663312" y="459223"/>
                    <a:pt x="1665406" y="460747"/>
                  </a:cubicBezTo>
                  <a:cubicBezTo>
                    <a:pt x="1678360" y="470843"/>
                    <a:pt x="1691887" y="471605"/>
                    <a:pt x="1708461" y="473318"/>
                  </a:cubicBezTo>
                  <a:cubicBezTo>
                    <a:pt x="1731894" y="475797"/>
                    <a:pt x="1753421" y="474081"/>
                    <a:pt x="1775140" y="469891"/>
                  </a:cubicBezTo>
                  <a:cubicBezTo>
                    <a:pt x="1790952" y="466843"/>
                    <a:pt x="1806953" y="460557"/>
                    <a:pt x="1821051" y="452554"/>
                  </a:cubicBezTo>
                  <a:cubicBezTo>
                    <a:pt x="1840672" y="441314"/>
                    <a:pt x="1859535" y="436934"/>
                    <a:pt x="1878203" y="451792"/>
                  </a:cubicBezTo>
                  <a:cubicBezTo>
                    <a:pt x="1898396" y="467605"/>
                    <a:pt x="1921257" y="462081"/>
                    <a:pt x="1943547" y="462651"/>
                  </a:cubicBezTo>
                  <a:cubicBezTo>
                    <a:pt x="1953262" y="462843"/>
                    <a:pt x="1963550" y="462461"/>
                    <a:pt x="1972884" y="464937"/>
                  </a:cubicBezTo>
                  <a:cubicBezTo>
                    <a:pt x="1999935" y="471987"/>
                    <a:pt x="2026036" y="482655"/>
                    <a:pt x="2053469" y="487417"/>
                  </a:cubicBezTo>
                  <a:cubicBezTo>
                    <a:pt x="2068710" y="490084"/>
                    <a:pt x="2085664" y="485321"/>
                    <a:pt x="2101477" y="481893"/>
                  </a:cubicBezTo>
                  <a:cubicBezTo>
                    <a:pt x="2117479" y="478273"/>
                    <a:pt x="2133290" y="472749"/>
                    <a:pt x="2148722" y="467033"/>
                  </a:cubicBezTo>
                  <a:cubicBezTo>
                    <a:pt x="2159199" y="463223"/>
                    <a:pt x="2170629" y="459603"/>
                    <a:pt x="2179011" y="452744"/>
                  </a:cubicBezTo>
                  <a:cubicBezTo>
                    <a:pt x="2198064" y="437124"/>
                    <a:pt x="2217685" y="434455"/>
                    <a:pt x="2240165" y="442648"/>
                  </a:cubicBezTo>
                  <a:cubicBezTo>
                    <a:pt x="2243593" y="443982"/>
                    <a:pt x="2247594" y="443982"/>
                    <a:pt x="2251404" y="444172"/>
                  </a:cubicBezTo>
                  <a:cubicBezTo>
                    <a:pt x="2312370" y="448172"/>
                    <a:pt x="2373330" y="450650"/>
                    <a:pt x="2433912" y="456746"/>
                  </a:cubicBezTo>
                  <a:cubicBezTo>
                    <a:pt x="2458485" y="459223"/>
                    <a:pt x="2482107" y="470081"/>
                    <a:pt x="2506302" y="476939"/>
                  </a:cubicBezTo>
                  <a:cubicBezTo>
                    <a:pt x="2511256" y="478273"/>
                    <a:pt x="2516783" y="480369"/>
                    <a:pt x="2521735" y="479415"/>
                  </a:cubicBezTo>
                  <a:cubicBezTo>
                    <a:pt x="2575647" y="469891"/>
                    <a:pt x="2626132" y="483797"/>
                    <a:pt x="2675854" y="502086"/>
                  </a:cubicBezTo>
                  <a:cubicBezTo>
                    <a:pt x="2680996" y="503992"/>
                    <a:pt x="2687282" y="503419"/>
                    <a:pt x="2692998" y="503038"/>
                  </a:cubicBezTo>
                  <a:cubicBezTo>
                    <a:pt x="2709003" y="501706"/>
                    <a:pt x="2726337" y="495038"/>
                    <a:pt x="2740816" y="499037"/>
                  </a:cubicBezTo>
                  <a:cubicBezTo>
                    <a:pt x="2779297" y="510088"/>
                    <a:pt x="2817398" y="523423"/>
                    <a:pt x="2853596" y="540187"/>
                  </a:cubicBezTo>
                  <a:cubicBezTo>
                    <a:pt x="2890365" y="557142"/>
                    <a:pt x="2924464" y="571430"/>
                    <a:pt x="2966565" y="554286"/>
                  </a:cubicBezTo>
                  <a:cubicBezTo>
                    <a:pt x="2984472" y="547045"/>
                    <a:pt x="3008095" y="552190"/>
                    <a:pt x="3028671" y="554094"/>
                  </a:cubicBezTo>
                  <a:cubicBezTo>
                    <a:pt x="3043720" y="555618"/>
                    <a:pt x="3058198" y="564192"/>
                    <a:pt x="3073059" y="564192"/>
                  </a:cubicBezTo>
                  <a:cubicBezTo>
                    <a:pt x="3112686" y="564192"/>
                    <a:pt x="3147927" y="574288"/>
                    <a:pt x="3182219" y="594862"/>
                  </a:cubicBezTo>
                  <a:cubicBezTo>
                    <a:pt x="3195557" y="602863"/>
                    <a:pt x="3216322" y="597529"/>
                    <a:pt x="3233656" y="599625"/>
                  </a:cubicBezTo>
                  <a:cubicBezTo>
                    <a:pt x="3251947" y="602101"/>
                    <a:pt x="3270804" y="604387"/>
                    <a:pt x="3288332" y="609914"/>
                  </a:cubicBezTo>
                  <a:cubicBezTo>
                    <a:pt x="3333672" y="624392"/>
                    <a:pt x="3378441" y="640774"/>
                    <a:pt x="3423591" y="656015"/>
                  </a:cubicBezTo>
                  <a:cubicBezTo>
                    <a:pt x="3460738" y="668590"/>
                    <a:pt x="3497317" y="658683"/>
                    <a:pt x="3534084" y="653349"/>
                  </a:cubicBezTo>
                  <a:cubicBezTo>
                    <a:pt x="3557137" y="649919"/>
                    <a:pt x="3578662" y="641727"/>
                    <a:pt x="3604571" y="653918"/>
                  </a:cubicBezTo>
                  <a:cubicBezTo>
                    <a:pt x="3629338" y="665541"/>
                    <a:pt x="3660771" y="662873"/>
                    <a:pt x="3688586" y="669160"/>
                  </a:cubicBezTo>
                  <a:cubicBezTo>
                    <a:pt x="3712020" y="674494"/>
                    <a:pt x="3734687" y="683068"/>
                    <a:pt x="3757358" y="691450"/>
                  </a:cubicBezTo>
                  <a:cubicBezTo>
                    <a:pt x="3788221" y="702881"/>
                    <a:pt x="3818700" y="714881"/>
                    <a:pt x="3852421" y="709167"/>
                  </a:cubicBezTo>
                  <a:cubicBezTo>
                    <a:pt x="3890714" y="702689"/>
                    <a:pt x="3917001" y="727073"/>
                    <a:pt x="3947104" y="743267"/>
                  </a:cubicBezTo>
                  <a:cubicBezTo>
                    <a:pt x="3967869" y="754316"/>
                    <a:pt x="3990538" y="762509"/>
                    <a:pt x="4013208" y="769367"/>
                  </a:cubicBezTo>
                  <a:cubicBezTo>
                    <a:pt x="4043497" y="778321"/>
                    <a:pt x="4074740" y="783655"/>
                    <a:pt x="4105222" y="792417"/>
                  </a:cubicBezTo>
                  <a:cubicBezTo>
                    <a:pt x="4151325" y="805561"/>
                    <a:pt x="4198001" y="815850"/>
                    <a:pt x="4246006" y="808610"/>
                  </a:cubicBezTo>
                  <a:cubicBezTo>
                    <a:pt x="4268105" y="805372"/>
                    <a:pt x="4288682" y="805561"/>
                    <a:pt x="4310779" y="810326"/>
                  </a:cubicBezTo>
                  <a:cubicBezTo>
                    <a:pt x="4346974" y="818136"/>
                    <a:pt x="4384123" y="819089"/>
                    <a:pt x="4413272" y="848235"/>
                  </a:cubicBezTo>
                  <a:cubicBezTo>
                    <a:pt x="4423558" y="858524"/>
                    <a:pt x="4442037" y="861190"/>
                    <a:pt x="4457087" y="866524"/>
                  </a:cubicBezTo>
                  <a:cubicBezTo>
                    <a:pt x="4474424" y="872812"/>
                    <a:pt x="4487186" y="869572"/>
                    <a:pt x="4496523" y="851284"/>
                  </a:cubicBezTo>
                  <a:cubicBezTo>
                    <a:pt x="4500713" y="843093"/>
                    <a:pt x="4512715" y="835091"/>
                    <a:pt x="4522050" y="833757"/>
                  </a:cubicBezTo>
                  <a:cubicBezTo>
                    <a:pt x="4550055" y="829757"/>
                    <a:pt x="4575773" y="835663"/>
                    <a:pt x="4602824" y="848618"/>
                  </a:cubicBezTo>
                  <a:cubicBezTo>
                    <a:pt x="4628161" y="860810"/>
                    <a:pt x="4659786" y="859476"/>
                    <a:pt x="4688553" y="864238"/>
                  </a:cubicBezTo>
                  <a:cubicBezTo>
                    <a:pt x="4708936" y="867668"/>
                    <a:pt x="4729321" y="874716"/>
                    <a:pt x="4749895" y="874716"/>
                  </a:cubicBezTo>
                  <a:cubicBezTo>
                    <a:pt x="4775424" y="874716"/>
                    <a:pt x="4800761" y="868620"/>
                    <a:pt x="4826480" y="866334"/>
                  </a:cubicBezTo>
                  <a:cubicBezTo>
                    <a:pt x="4846482" y="864430"/>
                    <a:pt x="4866867" y="865192"/>
                    <a:pt x="4886870" y="862906"/>
                  </a:cubicBezTo>
                  <a:cubicBezTo>
                    <a:pt x="4903254" y="861190"/>
                    <a:pt x="4919447" y="856810"/>
                    <a:pt x="4935639" y="853190"/>
                  </a:cubicBezTo>
                  <a:cubicBezTo>
                    <a:pt x="4941546" y="851856"/>
                    <a:pt x="4947452" y="846711"/>
                    <a:pt x="4952784" y="847473"/>
                  </a:cubicBezTo>
                  <a:cubicBezTo>
                    <a:pt x="5005745" y="855666"/>
                    <a:pt x="5043847" y="819089"/>
                    <a:pt x="5088617" y="802896"/>
                  </a:cubicBezTo>
                  <a:cubicBezTo>
                    <a:pt x="5135672" y="785749"/>
                    <a:pt x="5181204" y="759461"/>
                    <a:pt x="5233781" y="767271"/>
                  </a:cubicBezTo>
                  <a:cubicBezTo>
                    <a:pt x="5265596" y="772033"/>
                    <a:pt x="5296267" y="783083"/>
                    <a:pt x="5327893" y="789752"/>
                  </a:cubicBezTo>
                  <a:cubicBezTo>
                    <a:pt x="5339132" y="792038"/>
                    <a:pt x="5351705" y="791656"/>
                    <a:pt x="5362946" y="789370"/>
                  </a:cubicBezTo>
                  <a:cubicBezTo>
                    <a:pt x="5417240" y="778891"/>
                    <a:pt x="5470771" y="777367"/>
                    <a:pt x="5524115" y="794514"/>
                  </a:cubicBezTo>
                  <a:cubicBezTo>
                    <a:pt x="5533257" y="797372"/>
                    <a:pt x="5542974" y="800038"/>
                    <a:pt x="5552500" y="800038"/>
                  </a:cubicBezTo>
                  <a:cubicBezTo>
                    <a:pt x="5604697" y="800038"/>
                    <a:pt x="5655944" y="796038"/>
                    <a:pt x="5705857" y="777367"/>
                  </a:cubicBezTo>
                  <a:cubicBezTo>
                    <a:pt x="5722622" y="771080"/>
                    <a:pt x="5743006" y="775081"/>
                    <a:pt x="5761485" y="773557"/>
                  </a:cubicBezTo>
                  <a:cubicBezTo>
                    <a:pt x="5778629" y="772224"/>
                    <a:pt x="5796156" y="771653"/>
                    <a:pt x="5812731" y="767271"/>
                  </a:cubicBezTo>
                  <a:cubicBezTo>
                    <a:pt x="5836925" y="760795"/>
                    <a:pt x="5859404" y="760033"/>
                    <a:pt x="5884361" y="765747"/>
                  </a:cubicBezTo>
                  <a:cubicBezTo>
                    <a:pt x="5908174" y="771080"/>
                    <a:pt x="5933892" y="768415"/>
                    <a:pt x="5958660" y="768605"/>
                  </a:cubicBezTo>
                  <a:cubicBezTo>
                    <a:pt x="5986282" y="768795"/>
                    <a:pt x="6013906" y="768984"/>
                    <a:pt x="6041528" y="768033"/>
                  </a:cubicBezTo>
                  <a:cubicBezTo>
                    <a:pt x="6052579" y="767653"/>
                    <a:pt x="6065151" y="760033"/>
                    <a:pt x="6074297" y="763081"/>
                  </a:cubicBezTo>
                  <a:cubicBezTo>
                    <a:pt x="6103824" y="773366"/>
                    <a:pt x="6133353" y="760985"/>
                    <a:pt x="6162880" y="766509"/>
                  </a:cubicBezTo>
                  <a:cubicBezTo>
                    <a:pt x="6177360" y="769367"/>
                    <a:pt x="6193743" y="761557"/>
                    <a:pt x="6209364" y="760795"/>
                  </a:cubicBezTo>
                  <a:cubicBezTo>
                    <a:pt x="6234892" y="759461"/>
                    <a:pt x="6260419" y="760033"/>
                    <a:pt x="6285948" y="759651"/>
                  </a:cubicBezTo>
                  <a:cubicBezTo>
                    <a:pt x="6294330" y="759461"/>
                    <a:pt x="6302523" y="758699"/>
                    <a:pt x="6310905" y="758316"/>
                  </a:cubicBezTo>
                  <a:cubicBezTo>
                    <a:pt x="6318335" y="757936"/>
                    <a:pt x="6326145" y="756222"/>
                    <a:pt x="6333194" y="757554"/>
                  </a:cubicBezTo>
                  <a:cubicBezTo>
                    <a:pt x="6358723" y="762318"/>
                    <a:pt x="6383869" y="770129"/>
                    <a:pt x="6409586" y="773177"/>
                  </a:cubicBezTo>
                  <a:cubicBezTo>
                    <a:pt x="6431875" y="775843"/>
                    <a:pt x="6454928" y="772224"/>
                    <a:pt x="6477407" y="774129"/>
                  </a:cubicBezTo>
                  <a:cubicBezTo>
                    <a:pt x="6517032" y="777367"/>
                    <a:pt x="6556657" y="783083"/>
                    <a:pt x="6596283" y="786703"/>
                  </a:cubicBezTo>
                  <a:cubicBezTo>
                    <a:pt x="6604857" y="787465"/>
                    <a:pt x="6613809" y="782701"/>
                    <a:pt x="6622573" y="782321"/>
                  </a:cubicBezTo>
                  <a:cubicBezTo>
                    <a:pt x="6650006" y="781369"/>
                    <a:pt x="6677439" y="781177"/>
                    <a:pt x="6704872" y="780607"/>
                  </a:cubicBezTo>
                  <a:cubicBezTo>
                    <a:pt x="6720493" y="780415"/>
                    <a:pt x="6736305" y="780987"/>
                    <a:pt x="6751738" y="779273"/>
                  </a:cubicBezTo>
                  <a:cubicBezTo>
                    <a:pt x="6772120" y="776987"/>
                    <a:pt x="6790599" y="773557"/>
                    <a:pt x="6809650" y="788417"/>
                  </a:cubicBezTo>
                  <a:cubicBezTo>
                    <a:pt x="6816984" y="794180"/>
                    <a:pt x="6824819" y="797942"/>
                    <a:pt x="6832976" y="800428"/>
                  </a:cubicBezTo>
                  <a:close/>
                </a:path>
              </a:pathLst>
            </a:custGeom>
            <a:blipFill dpi="0" rotWithShape="1">
              <a:blip r:embed="rId3">
                <a:alphaModFix amt="57000"/>
              </a:blip>
              <a:srcRect/>
              <a:tile tx="0" ty="0" sx="100000" sy="100000" flip="none" algn="tl"/>
            </a:blip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A2EA644-0B66-8102-377F-3E97E22241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1826" y="3146400"/>
            <a:ext cx="4391024" cy="2682000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chemeClr val="bg1">
                    <a:alpha val="80000"/>
                  </a:schemeClr>
                </a:solidFill>
              </a:rPr>
              <a:t>Code reusability is awesome, let’s use functions</a:t>
            </a:r>
          </a:p>
          <a:p>
            <a:endParaRPr lang="en-US" sz="2400" dirty="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226824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8A54858-4747-B282-BE34-697BC8EB41A1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4458" b="19292"/>
          <a:stretch/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722E067-CBE2-C323-0D00-4D3F9505C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9" y="941832"/>
            <a:ext cx="10506456" cy="2057400"/>
          </a:xfrm>
        </p:spPr>
        <p:txBody>
          <a:bodyPr anchor="b">
            <a:normAutofit/>
          </a:bodyPr>
          <a:lstStyle/>
          <a:p>
            <a:r>
              <a:rPr lang="en-GB" sz="5000">
                <a:ln w="22225">
                  <a:solidFill>
                    <a:srgbClr val="FFFFFF"/>
                  </a:solidFill>
                </a:ln>
                <a:solidFill>
                  <a:schemeClr val="bg1"/>
                </a:solidFill>
              </a:rPr>
              <a:t>Be in total control</a:t>
            </a:r>
            <a:endParaRPr lang="LID4096" sz="5000">
              <a:ln w="22225">
                <a:solidFill>
                  <a:srgbClr val="FFFFFF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A4EE9CF8-F713-F936-BE3A-E87EB59705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3502152"/>
            <a:ext cx="10506456" cy="2670048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chemeClr val="bg1"/>
                </a:solidFill>
              </a:rPr>
              <a:t>Cursors – look at every row and decide what to do with it based on column values</a:t>
            </a:r>
          </a:p>
          <a:p>
            <a:r>
              <a:rPr lang="en-US" sz="2000" dirty="0">
                <a:solidFill>
                  <a:schemeClr val="bg1"/>
                </a:solidFill>
              </a:rPr>
              <a:t>Business logic should be in the application, not in the database – now let’s create our annual reports…</a:t>
            </a:r>
          </a:p>
          <a:p>
            <a:r>
              <a:rPr lang="en-US" sz="2000" dirty="0">
                <a:solidFill>
                  <a:schemeClr val="bg1"/>
                </a:solidFill>
              </a:rPr>
              <a:t>I heard the word “RBAR” and that’s exactly what I want to do – master every row in the database!</a:t>
            </a:r>
          </a:p>
        </p:txBody>
      </p:sp>
    </p:spTree>
    <p:extLst>
      <p:ext uri="{BB962C8B-B14F-4D97-AF65-F5344CB8AC3E}">
        <p14:creationId xmlns:p14="http://schemas.microsoft.com/office/powerpoint/2010/main" val="12240923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2EDFF24-3428-2504-330E-7E4CD6EC23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GB" sz="4000"/>
              <a:t>Demo</a:t>
            </a:r>
            <a:endParaRPr lang="LID4096" sz="40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30B4CE-ACCB-7B3F-68EF-17791821B1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GB" sz="2000"/>
              <a:t>Scalar UDFs</a:t>
            </a:r>
          </a:p>
          <a:p>
            <a:r>
              <a:rPr lang="en-GB" sz="2000"/>
              <a:t>Cursors</a:t>
            </a:r>
          </a:p>
        </p:txBody>
      </p:sp>
      <p:pic>
        <p:nvPicPr>
          <p:cNvPr id="5" name="Picture 4" descr="Seta azuis com ID cinzento">
            <a:extLst>
              <a:ext uri="{FF2B5EF4-FFF2-40B4-BE49-F238E27FC236}">
                <a16:creationId xmlns:a16="http://schemas.microsoft.com/office/drawing/2014/main" id="{84863CE1-B2D4-E17D-991F-1726524A12B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7453" r="15806"/>
          <a:stretch/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837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0">
            <a:extLst>
              <a:ext uri="{FF2B5EF4-FFF2-40B4-BE49-F238E27FC236}">
                <a16:creationId xmlns:a16="http://schemas.microsoft.com/office/drawing/2014/main" id="{23E547B5-89CF-4EC0-96DE-25771AED07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6" name="Rectangle 1032">
            <a:extLst>
              <a:ext uri="{FF2B5EF4-FFF2-40B4-BE49-F238E27FC236}">
                <a16:creationId xmlns:a16="http://schemas.microsoft.com/office/drawing/2014/main" id="{3F0B8CEB-8279-4E5E-A0CE-1FC9F71736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782" y="0"/>
            <a:ext cx="7421217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AB536CB8-AC13-C6D1-9FA2-13664028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20466" y="609600"/>
            <a:ext cx="4140014" cy="1330839"/>
          </a:xfrm>
        </p:spPr>
        <p:txBody>
          <a:bodyPr>
            <a:normAutofit/>
          </a:bodyPr>
          <a:lstStyle/>
          <a:p>
            <a:r>
              <a:rPr lang="sv-SE" sz="2800" dirty="0" err="1"/>
              <a:t>Naming</a:t>
            </a:r>
            <a:r>
              <a:rPr lang="sv-SE" sz="2800" dirty="0"/>
              <a:t> </a:t>
            </a:r>
            <a:r>
              <a:rPr lang="sv-SE" sz="2800" dirty="0" err="1"/>
              <a:t>conventions</a:t>
            </a:r>
            <a:r>
              <a:rPr lang="sv-SE" sz="2800" dirty="0"/>
              <a:t> </a:t>
            </a:r>
            <a:r>
              <a:rPr lang="sv-SE" sz="2800" dirty="0" err="1"/>
              <a:t>are</a:t>
            </a:r>
            <a:r>
              <a:rPr lang="sv-SE" sz="2800" dirty="0"/>
              <a:t> </a:t>
            </a:r>
            <a:r>
              <a:rPr lang="sv-SE" sz="2800" dirty="0" err="1"/>
              <a:t>great</a:t>
            </a:r>
            <a:r>
              <a:rPr lang="sv-SE" sz="2800" dirty="0"/>
              <a:t>. </a:t>
            </a:r>
          </a:p>
        </p:txBody>
      </p:sp>
      <p:pic>
        <p:nvPicPr>
          <p:cNvPr id="1026" name="Picture 2" descr="three young developers of diverse genders involved in a heated discussion about naming conventions for database objects">
            <a:extLst>
              <a:ext uri="{FF2B5EF4-FFF2-40B4-BE49-F238E27FC236}">
                <a16:creationId xmlns:a16="http://schemas.microsoft.com/office/drawing/2014/main" id="{DF7438DD-98AC-06D4-D67D-6CDF04B7D03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2" b="632"/>
          <a:stretch/>
        </p:blipFill>
        <p:spPr bwMode="auto">
          <a:xfrm>
            <a:off x="20" y="10"/>
            <a:ext cx="6901711" cy="6857990"/>
          </a:xfrm>
          <a:custGeom>
            <a:avLst/>
            <a:gdLst/>
            <a:ahLst/>
            <a:cxnLst/>
            <a:rect l="l" t="t" r="r" b="b"/>
            <a:pathLst>
              <a:path w="6901731" h="6858000">
                <a:moveTo>
                  <a:pt x="0" y="0"/>
                </a:moveTo>
                <a:lnTo>
                  <a:pt x="6897896" y="5958"/>
                </a:lnTo>
                <a:lnTo>
                  <a:pt x="6866823" y="62592"/>
                </a:lnTo>
                <a:lnTo>
                  <a:pt x="6901731" y="89476"/>
                </a:lnTo>
                <a:lnTo>
                  <a:pt x="6901731" y="103833"/>
                </a:lnTo>
                <a:lnTo>
                  <a:pt x="6900034" y="110092"/>
                </a:lnTo>
                <a:lnTo>
                  <a:pt x="6901731" y="113679"/>
                </a:lnTo>
                <a:lnTo>
                  <a:pt x="6901731" y="405560"/>
                </a:lnTo>
                <a:lnTo>
                  <a:pt x="6900456" y="429509"/>
                </a:lnTo>
                <a:cubicBezTo>
                  <a:pt x="6892773" y="535647"/>
                  <a:pt x="6878314" y="537918"/>
                  <a:pt x="6886342" y="636808"/>
                </a:cubicBezTo>
                <a:cubicBezTo>
                  <a:pt x="6892506" y="756883"/>
                  <a:pt x="6864504" y="771443"/>
                  <a:pt x="6851784" y="839073"/>
                </a:cubicBezTo>
                <a:cubicBezTo>
                  <a:pt x="6838675" y="892655"/>
                  <a:pt x="6864124" y="961738"/>
                  <a:pt x="6845760" y="994930"/>
                </a:cubicBezTo>
                <a:cubicBezTo>
                  <a:pt x="6833572" y="1024166"/>
                  <a:pt x="6859282" y="1058905"/>
                  <a:pt x="6845601" y="1112932"/>
                </a:cubicBezTo>
                <a:cubicBezTo>
                  <a:pt x="6838700" y="1149910"/>
                  <a:pt x="6829138" y="1151035"/>
                  <a:pt x="6820235" y="1187433"/>
                </a:cubicBezTo>
                <a:cubicBezTo>
                  <a:pt x="6815504" y="1196464"/>
                  <a:pt x="6777707" y="1338549"/>
                  <a:pt x="6759643" y="1337010"/>
                </a:cubicBezTo>
                <a:cubicBezTo>
                  <a:pt x="6737660" y="1337296"/>
                  <a:pt x="6760650" y="1396341"/>
                  <a:pt x="6736375" y="1382272"/>
                </a:cubicBezTo>
                <a:cubicBezTo>
                  <a:pt x="6755741" y="1415836"/>
                  <a:pt x="6714675" y="1414567"/>
                  <a:pt x="6701292" y="1432111"/>
                </a:cubicBezTo>
                <a:cubicBezTo>
                  <a:pt x="6721110" y="1460185"/>
                  <a:pt x="6692106" y="1490815"/>
                  <a:pt x="6686578" y="1518624"/>
                </a:cubicBezTo>
                <a:cubicBezTo>
                  <a:pt x="6682512" y="1567002"/>
                  <a:pt x="6679579" y="1571443"/>
                  <a:pt x="6670824" y="1607743"/>
                </a:cubicBezTo>
                <a:cubicBezTo>
                  <a:pt x="6671133" y="1629590"/>
                  <a:pt x="6663161" y="1656870"/>
                  <a:pt x="6664392" y="1696405"/>
                </a:cubicBezTo>
                <a:cubicBezTo>
                  <a:pt x="6655686" y="1770486"/>
                  <a:pt x="6641938" y="1757082"/>
                  <a:pt x="6642880" y="1812372"/>
                </a:cubicBezTo>
                <a:cubicBezTo>
                  <a:pt x="6638579" y="1872475"/>
                  <a:pt x="6619231" y="1825476"/>
                  <a:pt x="6612547" y="1876437"/>
                </a:cubicBezTo>
                <a:cubicBezTo>
                  <a:pt x="6600695" y="1913834"/>
                  <a:pt x="6591061" y="1923231"/>
                  <a:pt x="6571760" y="1953331"/>
                </a:cubicBezTo>
                <a:cubicBezTo>
                  <a:pt x="6561039" y="1989021"/>
                  <a:pt x="6544090" y="2087896"/>
                  <a:pt x="6520213" y="2096455"/>
                </a:cubicBezTo>
                <a:lnTo>
                  <a:pt x="6492461" y="2188148"/>
                </a:lnTo>
                <a:cubicBezTo>
                  <a:pt x="6504372" y="2211333"/>
                  <a:pt x="6489131" y="2253220"/>
                  <a:pt x="6471854" y="2259117"/>
                </a:cubicBezTo>
                <a:cubicBezTo>
                  <a:pt x="6466151" y="2287829"/>
                  <a:pt x="6440452" y="2301346"/>
                  <a:pt x="6439832" y="2328334"/>
                </a:cubicBezTo>
                <a:cubicBezTo>
                  <a:pt x="6431013" y="2351201"/>
                  <a:pt x="6444250" y="2396409"/>
                  <a:pt x="6425162" y="2408211"/>
                </a:cubicBezTo>
                <a:lnTo>
                  <a:pt x="6417221" y="2427382"/>
                </a:lnTo>
                <a:lnTo>
                  <a:pt x="6425030" y="2464387"/>
                </a:lnTo>
                <a:lnTo>
                  <a:pt x="6406293" y="2472223"/>
                </a:lnTo>
                <a:cubicBezTo>
                  <a:pt x="6406862" y="2477277"/>
                  <a:pt x="6406486" y="2491723"/>
                  <a:pt x="6405400" y="2493547"/>
                </a:cubicBezTo>
                <a:lnTo>
                  <a:pt x="6374829" y="2532070"/>
                </a:lnTo>
                <a:cubicBezTo>
                  <a:pt x="6374597" y="2545374"/>
                  <a:pt x="6360976" y="2563797"/>
                  <a:pt x="6350864" y="2577422"/>
                </a:cubicBezTo>
                <a:cubicBezTo>
                  <a:pt x="6327056" y="2632768"/>
                  <a:pt x="6341262" y="2616275"/>
                  <a:pt x="6329174" y="2663854"/>
                </a:cubicBezTo>
                <a:cubicBezTo>
                  <a:pt x="6326303" y="2703642"/>
                  <a:pt x="6332854" y="2709643"/>
                  <a:pt x="6315095" y="2741507"/>
                </a:cubicBezTo>
                <a:cubicBezTo>
                  <a:pt x="6319921" y="2740191"/>
                  <a:pt x="6321925" y="2742004"/>
                  <a:pt x="6322463" y="2745641"/>
                </a:cubicBezTo>
                <a:cubicBezTo>
                  <a:pt x="6322245" y="2747982"/>
                  <a:pt x="6322027" y="2750323"/>
                  <a:pt x="6321808" y="2752663"/>
                </a:cubicBezTo>
                <a:lnTo>
                  <a:pt x="6314569" y="2756718"/>
                </a:lnTo>
                <a:cubicBezTo>
                  <a:pt x="6289324" y="2773686"/>
                  <a:pt x="6317551" y="2780051"/>
                  <a:pt x="6315211" y="2811618"/>
                </a:cubicBezTo>
                <a:cubicBezTo>
                  <a:pt x="6315620" y="2826627"/>
                  <a:pt x="6296047" y="2885298"/>
                  <a:pt x="6302211" y="2882314"/>
                </a:cubicBezTo>
                <a:lnTo>
                  <a:pt x="6286167" y="2949597"/>
                </a:lnTo>
                <a:cubicBezTo>
                  <a:pt x="6286401" y="2994618"/>
                  <a:pt x="6286615" y="2971464"/>
                  <a:pt x="6287037" y="3008578"/>
                </a:cubicBezTo>
                <a:cubicBezTo>
                  <a:pt x="6293795" y="3029535"/>
                  <a:pt x="6274405" y="3114154"/>
                  <a:pt x="6259150" y="3123139"/>
                </a:cubicBezTo>
                <a:cubicBezTo>
                  <a:pt x="6250085" y="3189063"/>
                  <a:pt x="6269067" y="3151280"/>
                  <a:pt x="6272249" y="3227854"/>
                </a:cubicBezTo>
                <a:cubicBezTo>
                  <a:pt x="6278775" y="3295842"/>
                  <a:pt x="6289216" y="3303765"/>
                  <a:pt x="6292288" y="3378383"/>
                </a:cubicBezTo>
                <a:cubicBezTo>
                  <a:pt x="6303894" y="3395995"/>
                  <a:pt x="6287498" y="3432581"/>
                  <a:pt x="6288328" y="3459618"/>
                </a:cubicBezTo>
                <a:cubicBezTo>
                  <a:pt x="6289158" y="3486653"/>
                  <a:pt x="6299937" y="3538735"/>
                  <a:pt x="6297272" y="3540603"/>
                </a:cubicBezTo>
                <a:cubicBezTo>
                  <a:pt x="6296849" y="3577379"/>
                  <a:pt x="6294184" y="3587943"/>
                  <a:pt x="6291001" y="3638374"/>
                </a:cubicBezTo>
                <a:cubicBezTo>
                  <a:pt x="6283026" y="3666794"/>
                  <a:pt x="6265833" y="3731744"/>
                  <a:pt x="6283592" y="3763609"/>
                </a:cubicBezTo>
                <a:cubicBezTo>
                  <a:pt x="6264286" y="3758340"/>
                  <a:pt x="6290177" y="3803150"/>
                  <a:pt x="6274068" y="3814506"/>
                </a:cubicBezTo>
                <a:cubicBezTo>
                  <a:pt x="6260645" y="3821643"/>
                  <a:pt x="6265372" y="3836902"/>
                  <a:pt x="6262850" y="3850454"/>
                </a:cubicBezTo>
                <a:cubicBezTo>
                  <a:pt x="6250418" y="3863479"/>
                  <a:pt x="6250660" y="3955243"/>
                  <a:pt x="6257357" y="3975474"/>
                </a:cubicBezTo>
                <a:cubicBezTo>
                  <a:pt x="6245091" y="4036737"/>
                  <a:pt x="6237535" y="4029237"/>
                  <a:pt x="6257889" y="4073155"/>
                </a:cubicBezTo>
                <a:cubicBezTo>
                  <a:pt x="6259272" y="4085906"/>
                  <a:pt x="6239882" y="4116397"/>
                  <a:pt x="6237441" y="4126638"/>
                </a:cubicBezTo>
                <a:lnTo>
                  <a:pt x="6245587" y="4172738"/>
                </a:lnTo>
                <a:lnTo>
                  <a:pt x="6235772" y="4176721"/>
                </a:lnTo>
                <a:lnTo>
                  <a:pt x="6233287" y="4195136"/>
                </a:lnTo>
                <a:lnTo>
                  <a:pt x="6234619" y="4280850"/>
                </a:lnTo>
                <a:cubicBezTo>
                  <a:pt x="6239453" y="4320763"/>
                  <a:pt x="6223309" y="4337596"/>
                  <a:pt x="6219318" y="4402526"/>
                </a:cubicBezTo>
                <a:cubicBezTo>
                  <a:pt x="6205466" y="4516209"/>
                  <a:pt x="6216183" y="4588729"/>
                  <a:pt x="6216810" y="4651172"/>
                </a:cubicBezTo>
                <a:cubicBezTo>
                  <a:pt x="6217673" y="4756959"/>
                  <a:pt x="6228654" y="4824005"/>
                  <a:pt x="6225945" y="4916779"/>
                </a:cubicBezTo>
                <a:cubicBezTo>
                  <a:pt x="6217032" y="4993010"/>
                  <a:pt x="6264271" y="4984591"/>
                  <a:pt x="6230174" y="5051379"/>
                </a:cubicBezTo>
                <a:cubicBezTo>
                  <a:pt x="6235713" y="5056951"/>
                  <a:pt x="6239420" y="5163714"/>
                  <a:pt x="6242600" y="5170879"/>
                </a:cubicBezTo>
                <a:lnTo>
                  <a:pt x="6235996" y="5216428"/>
                </a:lnTo>
                <a:lnTo>
                  <a:pt x="6214638" y="5285298"/>
                </a:lnTo>
                <a:cubicBezTo>
                  <a:pt x="6211392" y="5297492"/>
                  <a:pt x="6225576" y="5312063"/>
                  <a:pt x="6228432" y="5317696"/>
                </a:cubicBezTo>
                <a:lnTo>
                  <a:pt x="6246496" y="5398787"/>
                </a:lnTo>
                <a:lnTo>
                  <a:pt x="6244793" y="5399530"/>
                </a:lnTo>
                <a:lnTo>
                  <a:pt x="6241695" y="5406948"/>
                </a:lnTo>
                <a:lnTo>
                  <a:pt x="6267461" y="5499413"/>
                </a:lnTo>
                <a:cubicBezTo>
                  <a:pt x="6285387" y="5533848"/>
                  <a:pt x="6284888" y="5550029"/>
                  <a:pt x="6295987" y="5582659"/>
                </a:cubicBezTo>
                <a:cubicBezTo>
                  <a:pt x="6311253" y="5681724"/>
                  <a:pt x="6295439" y="5695558"/>
                  <a:pt x="6364803" y="5784263"/>
                </a:cubicBezTo>
                <a:cubicBezTo>
                  <a:pt x="6379348" y="5818651"/>
                  <a:pt x="6412475" y="5906802"/>
                  <a:pt x="6423050" y="5922637"/>
                </a:cubicBezTo>
                <a:cubicBezTo>
                  <a:pt x="6445210" y="5973612"/>
                  <a:pt x="6468179" y="6023873"/>
                  <a:pt x="6497767" y="6090108"/>
                </a:cubicBezTo>
                <a:cubicBezTo>
                  <a:pt x="6571895" y="6150548"/>
                  <a:pt x="6572491" y="6236583"/>
                  <a:pt x="6606710" y="6281543"/>
                </a:cubicBezTo>
                <a:cubicBezTo>
                  <a:pt x="6633675" y="6335892"/>
                  <a:pt x="6654357" y="6388782"/>
                  <a:pt x="6667540" y="6443715"/>
                </a:cubicBezTo>
                <a:cubicBezTo>
                  <a:pt x="6685192" y="6466826"/>
                  <a:pt x="6650500" y="6508701"/>
                  <a:pt x="6659722" y="6550105"/>
                </a:cubicBezTo>
                <a:cubicBezTo>
                  <a:pt x="6665926" y="6645044"/>
                  <a:pt x="6669126" y="6627536"/>
                  <a:pt x="6671805" y="6687397"/>
                </a:cubicBezTo>
                <a:cubicBezTo>
                  <a:pt x="6682671" y="6733683"/>
                  <a:pt x="6665210" y="6772117"/>
                  <a:pt x="6669658" y="6806602"/>
                </a:cubicBezTo>
                <a:cubicBezTo>
                  <a:pt x="6661174" y="6812658"/>
                  <a:pt x="6667097" y="6831470"/>
                  <a:pt x="6675783" y="6850325"/>
                </a:cubicBezTo>
                <a:lnTo>
                  <a:pt x="6679704" y="6858000"/>
                </a:lnTo>
                <a:lnTo>
                  <a:pt x="4532241" y="6858000"/>
                </a:lnTo>
                <a:lnTo>
                  <a:pt x="1208596" y="6858000"/>
                </a:lnTo>
                <a:lnTo>
                  <a:pt x="0" y="6858000"/>
                </a:ln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4ECC294F-E1EE-B8FF-9081-BDD359E5BD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20465" y="2194102"/>
            <a:ext cx="4140013" cy="3908586"/>
          </a:xfrm>
        </p:spPr>
        <p:txBody>
          <a:bodyPr>
            <a:normAutofit/>
          </a:bodyPr>
          <a:lstStyle/>
          <a:p>
            <a:r>
              <a:rPr lang="sv-SE" sz="1900" dirty="0"/>
              <a:t>Prefix </a:t>
            </a:r>
            <a:r>
              <a:rPr lang="sv-SE" sz="1900" dirty="0" err="1"/>
              <a:t>objects</a:t>
            </a:r>
            <a:r>
              <a:rPr lang="sv-SE" sz="1900" dirty="0"/>
              <a:t> to </a:t>
            </a:r>
            <a:r>
              <a:rPr lang="sv-SE" sz="1900" dirty="0" err="1"/>
              <a:t>know</a:t>
            </a:r>
            <a:r>
              <a:rPr lang="sv-SE" sz="1900" dirty="0"/>
              <a:t> </a:t>
            </a:r>
            <a:r>
              <a:rPr lang="sv-SE" sz="1900" dirty="0" err="1"/>
              <a:t>what</a:t>
            </a:r>
            <a:r>
              <a:rPr lang="sv-SE" sz="1900" dirty="0"/>
              <a:t> </a:t>
            </a:r>
            <a:r>
              <a:rPr lang="sv-SE" sz="1900" dirty="0" err="1"/>
              <a:t>they</a:t>
            </a:r>
            <a:r>
              <a:rPr lang="sv-SE" sz="1900" dirty="0"/>
              <a:t> </a:t>
            </a:r>
            <a:r>
              <a:rPr lang="sv-SE" sz="1900" dirty="0" err="1"/>
              <a:t>are</a:t>
            </a:r>
            <a:endParaRPr lang="sv-SE" sz="1900" dirty="0"/>
          </a:p>
          <a:p>
            <a:pPr lvl="1"/>
            <a:r>
              <a:rPr lang="sv-SE" sz="1900" dirty="0" err="1"/>
              <a:t>tbl_tablename</a:t>
            </a:r>
            <a:endParaRPr lang="sv-SE" sz="1900" dirty="0"/>
          </a:p>
          <a:p>
            <a:pPr lvl="1"/>
            <a:r>
              <a:rPr lang="sv-SE" sz="1900" dirty="0" err="1"/>
              <a:t>sp_procedurename</a:t>
            </a:r>
            <a:endParaRPr lang="sv-SE" sz="1900" dirty="0"/>
          </a:p>
          <a:p>
            <a:pPr lvl="1"/>
            <a:r>
              <a:rPr lang="sv-SE" sz="1900" dirty="0" err="1"/>
              <a:t>fn_functionname</a:t>
            </a:r>
            <a:endParaRPr lang="sv-SE" sz="1900" dirty="0"/>
          </a:p>
          <a:p>
            <a:r>
              <a:rPr lang="sv-SE" sz="1900" dirty="0" err="1"/>
              <a:t>Every</a:t>
            </a:r>
            <a:r>
              <a:rPr lang="sv-SE" sz="1900" dirty="0"/>
              <a:t> </a:t>
            </a:r>
            <a:r>
              <a:rPr lang="sv-SE" sz="1900" dirty="0" err="1"/>
              <a:t>year</a:t>
            </a:r>
            <a:r>
              <a:rPr lang="sv-SE" sz="1900" dirty="0"/>
              <a:t>, </a:t>
            </a:r>
            <a:r>
              <a:rPr lang="sv-SE" sz="1900" dirty="0" err="1"/>
              <a:t>change</a:t>
            </a:r>
            <a:r>
              <a:rPr lang="sv-SE" sz="1900" dirty="0"/>
              <a:t> </a:t>
            </a:r>
            <a:r>
              <a:rPr lang="sv-SE" sz="1900" dirty="0" err="1"/>
              <a:t>naming</a:t>
            </a:r>
            <a:r>
              <a:rPr lang="sv-SE" sz="1900" dirty="0"/>
              <a:t> </a:t>
            </a:r>
            <a:r>
              <a:rPr lang="sv-SE" sz="1900" dirty="0" err="1"/>
              <a:t>conventions</a:t>
            </a:r>
            <a:r>
              <a:rPr lang="sv-SE" sz="1900" dirty="0"/>
              <a:t>, </a:t>
            </a:r>
            <a:r>
              <a:rPr lang="sv-SE" sz="1900" dirty="0" err="1"/>
              <a:t>but</a:t>
            </a:r>
            <a:r>
              <a:rPr lang="sv-SE" sz="1900" dirty="0"/>
              <a:t> </a:t>
            </a:r>
            <a:r>
              <a:rPr lang="sv-SE" sz="1900" dirty="0" err="1"/>
              <a:t>don’t</a:t>
            </a:r>
            <a:r>
              <a:rPr lang="sv-SE" sz="1900" dirty="0"/>
              <a:t> </a:t>
            </a:r>
            <a:r>
              <a:rPr lang="sv-SE" sz="1900" dirty="0" err="1"/>
              <a:t>update</a:t>
            </a:r>
            <a:r>
              <a:rPr lang="sv-SE" sz="1900" dirty="0"/>
              <a:t> old </a:t>
            </a:r>
            <a:r>
              <a:rPr lang="sv-SE" sz="1900" dirty="0" err="1"/>
              <a:t>objects</a:t>
            </a:r>
            <a:endParaRPr lang="sv-SE" sz="1900" dirty="0"/>
          </a:p>
          <a:p>
            <a:pPr lvl="1"/>
            <a:r>
              <a:rPr lang="sv-SE" sz="1900" dirty="0" err="1"/>
              <a:t>tbl_tableName</a:t>
            </a:r>
            <a:endParaRPr lang="sv-SE" sz="1900" dirty="0"/>
          </a:p>
          <a:p>
            <a:pPr lvl="1"/>
            <a:r>
              <a:rPr lang="sv-SE" sz="1900" dirty="0" err="1"/>
              <a:t>tbl_TableName</a:t>
            </a:r>
            <a:endParaRPr lang="sv-SE" sz="1900" dirty="0"/>
          </a:p>
          <a:p>
            <a:pPr lvl="1"/>
            <a:r>
              <a:rPr lang="sv-SE" sz="1900" dirty="0" err="1"/>
              <a:t>tblTableName</a:t>
            </a:r>
            <a:endParaRPr lang="sv-SE" sz="1900" dirty="0"/>
          </a:p>
          <a:p>
            <a:pPr lvl="1"/>
            <a:r>
              <a:rPr lang="sv-SE" sz="1900" dirty="0" err="1"/>
              <a:t>tbl_table_name</a:t>
            </a:r>
            <a:endParaRPr lang="sv-SE" sz="1900" dirty="0"/>
          </a:p>
          <a:p>
            <a:pPr lvl="1"/>
            <a:r>
              <a:rPr lang="sv-SE" sz="1900" dirty="0" err="1"/>
              <a:t>TBL_TAbleNAMe</a:t>
            </a:r>
            <a:endParaRPr lang="sv-SE" sz="1900" dirty="0"/>
          </a:p>
          <a:p>
            <a:pPr marL="457200" lvl="1" indent="0">
              <a:buNone/>
            </a:pPr>
            <a:endParaRPr lang="sv-SE" sz="1900" dirty="0"/>
          </a:p>
        </p:txBody>
      </p:sp>
    </p:spTree>
    <p:extLst>
      <p:ext uri="{BB962C8B-B14F-4D97-AF65-F5344CB8AC3E}">
        <p14:creationId xmlns:p14="http://schemas.microsoft.com/office/powerpoint/2010/main" val="1702535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5" name="Rectangle 2054">
            <a:extLst>
              <a:ext uri="{FF2B5EF4-FFF2-40B4-BE49-F238E27FC236}">
                <a16:creationId xmlns:a16="http://schemas.microsoft.com/office/drawing/2014/main" id="{131BAD53-4E89-4F62-BBB7-26359763ED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57" name="Freeform: Shape 2056">
            <a:extLst>
              <a:ext uri="{FF2B5EF4-FFF2-40B4-BE49-F238E27FC236}">
                <a16:creationId xmlns:a16="http://schemas.microsoft.com/office/drawing/2014/main" id="{62756DA2-40EB-4C6F-B962-5822FFB54F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653438" cy="6858000"/>
          </a:xfrm>
          <a:custGeom>
            <a:avLst/>
            <a:gdLst>
              <a:gd name="connsiteX0" fmla="*/ 0 w 6096000"/>
              <a:gd name="connsiteY0" fmla="*/ 0 h 6858000"/>
              <a:gd name="connsiteX1" fmla="*/ 5567517 w 6096000"/>
              <a:gd name="connsiteY1" fmla="*/ 0 h 6858000"/>
              <a:gd name="connsiteX2" fmla="*/ 5566938 w 6096000"/>
              <a:gd name="connsiteY2" fmla="*/ 1705 h 6858000"/>
              <a:gd name="connsiteX3" fmla="*/ 5551594 w 6096000"/>
              <a:gd name="connsiteY3" fmla="*/ 17287 h 6858000"/>
              <a:gd name="connsiteX4" fmla="*/ 5545641 w 6096000"/>
              <a:gd name="connsiteY4" fmla="*/ 130336 h 6858000"/>
              <a:gd name="connsiteX5" fmla="*/ 5538289 w 6096000"/>
              <a:gd name="connsiteY5" fmla="*/ 187093 h 6858000"/>
              <a:gd name="connsiteX6" fmla="*/ 5545790 w 6096000"/>
              <a:gd name="connsiteY6" fmla="*/ 265704 h 6858000"/>
              <a:gd name="connsiteX7" fmla="*/ 5542313 w 6096000"/>
              <a:gd name="connsiteY7" fmla="*/ 354566 h 6858000"/>
              <a:gd name="connsiteX8" fmla="*/ 5524126 w 6096000"/>
              <a:gd name="connsiteY8" fmla="*/ 472000 h 6858000"/>
              <a:gd name="connsiteX9" fmla="*/ 5522170 w 6096000"/>
              <a:gd name="connsiteY9" fmla="*/ 473782 h 6858000"/>
              <a:gd name="connsiteX10" fmla="*/ 5521798 w 6096000"/>
              <a:gd name="connsiteY10" fmla="*/ 491380 h 6858000"/>
              <a:gd name="connsiteX11" fmla="*/ 5536419 w 6096000"/>
              <a:gd name="connsiteY11" fmla="*/ 531675 h 6858000"/>
              <a:gd name="connsiteX12" fmla="*/ 5533435 w 6096000"/>
              <a:gd name="connsiteY12" fmla="*/ 536015 h 6858000"/>
              <a:gd name="connsiteX13" fmla="*/ 5538088 w 6096000"/>
              <a:gd name="connsiteY13" fmla="*/ 572092 h 6858000"/>
              <a:gd name="connsiteX14" fmla="*/ 5536061 w 6096000"/>
              <a:gd name="connsiteY14" fmla="*/ 572511 h 6858000"/>
              <a:gd name="connsiteX15" fmla="*/ 5528218 w 6096000"/>
              <a:gd name="connsiteY15" fmla="*/ 582332 h 6858000"/>
              <a:gd name="connsiteX16" fmla="*/ 5518011 w 6096000"/>
              <a:gd name="connsiteY16" fmla="*/ 601285 h 6858000"/>
              <a:gd name="connsiteX17" fmla="*/ 5473174 w 6096000"/>
              <a:gd name="connsiteY17" fmla="*/ 681608 h 6858000"/>
              <a:gd name="connsiteX18" fmla="*/ 5472963 w 6096000"/>
              <a:gd name="connsiteY18" fmla="*/ 689151 h 6858000"/>
              <a:gd name="connsiteX19" fmla="*/ 5472485 w 6096000"/>
              <a:gd name="connsiteY19" fmla="*/ 689289 h 6858000"/>
              <a:gd name="connsiteX20" fmla="*/ 5471326 w 6096000"/>
              <a:gd name="connsiteY20" fmla="*/ 697222 h 6858000"/>
              <a:gd name="connsiteX21" fmla="*/ 5472164 w 6096000"/>
              <a:gd name="connsiteY21" fmla="*/ 717531 h 6858000"/>
              <a:gd name="connsiteX22" fmla="*/ 5468891 w 6096000"/>
              <a:gd name="connsiteY22" fmla="*/ 722494 h 6858000"/>
              <a:gd name="connsiteX23" fmla="*/ 5463081 w 6096000"/>
              <a:gd name="connsiteY23" fmla="*/ 724368 h 6858000"/>
              <a:gd name="connsiteX24" fmla="*/ 5446981 w 6096000"/>
              <a:gd name="connsiteY24" fmla="*/ 752692 h 6858000"/>
              <a:gd name="connsiteX25" fmla="*/ 5417190 w 6096000"/>
              <a:gd name="connsiteY25" fmla="*/ 816346 h 6858000"/>
              <a:gd name="connsiteX26" fmla="*/ 5388958 w 6096000"/>
              <a:gd name="connsiteY26" fmla="*/ 889417 h 6858000"/>
              <a:gd name="connsiteX27" fmla="*/ 5307044 w 6096000"/>
              <a:gd name="connsiteY27" fmla="*/ 1063288 h 6858000"/>
              <a:gd name="connsiteX28" fmla="*/ 5303837 w 6096000"/>
              <a:gd name="connsiteY28" fmla="*/ 1157176 h 6858000"/>
              <a:gd name="connsiteX29" fmla="*/ 5286494 w 6096000"/>
              <a:gd name="connsiteY29" fmla="*/ 1210776 h 6858000"/>
              <a:gd name="connsiteX30" fmla="*/ 5282463 w 6096000"/>
              <a:gd name="connsiteY30" fmla="*/ 1301993 h 6858000"/>
              <a:gd name="connsiteX31" fmla="*/ 5252235 w 6096000"/>
              <a:gd name="connsiteY31" fmla="*/ 1360879 h 6858000"/>
              <a:gd name="connsiteX32" fmla="*/ 5244497 w 6096000"/>
              <a:gd name="connsiteY32" fmla="*/ 1404045 h 6858000"/>
              <a:gd name="connsiteX33" fmla="*/ 5223823 w 6096000"/>
              <a:gd name="connsiteY33" fmla="*/ 1429568 h 6858000"/>
              <a:gd name="connsiteX34" fmla="*/ 5224851 w 6096000"/>
              <a:gd name="connsiteY34" fmla="*/ 1430305 h 6858000"/>
              <a:gd name="connsiteX35" fmla="*/ 5212394 w 6096000"/>
              <a:gd name="connsiteY35" fmla="*/ 1463304 h 6858000"/>
              <a:gd name="connsiteX36" fmla="*/ 5209958 w 6096000"/>
              <a:gd name="connsiteY36" fmla="*/ 1514846 h 6858000"/>
              <a:gd name="connsiteX37" fmla="*/ 5206417 w 6096000"/>
              <a:gd name="connsiteY37" fmla="*/ 1519731 h 6858000"/>
              <a:gd name="connsiteX38" fmla="*/ 5206640 w 6096000"/>
              <a:gd name="connsiteY38" fmla="*/ 1519929 h 6858000"/>
              <a:gd name="connsiteX39" fmla="*/ 5207632 w 6096000"/>
              <a:gd name="connsiteY39" fmla="*/ 1546022 h 6858000"/>
              <a:gd name="connsiteX40" fmla="*/ 5212030 w 6096000"/>
              <a:gd name="connsiteY40" fmla="*/ 1578752 h 6858000"/>
              <a:gd name="connsiteX41" fmla="*/ 5203533 w 6096000"/>
              <a:gd name="connsiteY41" fmla="*/ 1647555 h 6858000"/>
              <a:gd name="connsiteX42" fmla="*/ 5190877 w 6096000"/>
              <a:gd name="connsiteY42" fmla="*/ 1715685 h 6858000"/>
              <a:gd name="connsiteX43" fmla="*/ 5184235 w 6096000"/>
              <a:gd name="connsiteY43" fmla="*/ 1740358 h 6858000"/>
              <a:gd name="connsiteX44" fmla="*/ 5181475 w 6096000"/>
              <a:gd name="connsiteY44" fmla="*/ 1784314 h 6858000"/>
              <a:gd name="connsiteX45" fmla="*/ 5185845 w 6096000"/>
              <a:gd name="connsiteY45" fmla="*/ 1804434 h 6858000"/>
              <a:gd name="connsiteX46" fmla="*/ 5185068 w 6096000"/>
              <a:gd name="connsiteY46" fmla="*/ 1805316 h 6858000"/>
              <a:gd name="connsiteX47" fmla="*/ 5188593 w 6096000"/>
              <a:gd name="connsiteY47" fmla="*/ 1807109 h 6858000"/>
              <a:gd name="connsiteX48" fmla="*/ 5185920 w 6096000"/>
              <a:gd name="connsiteY48" fmla="*/ 1821003 h 6858000"/>
              <a:gd name="connsiteX49" fmla="*/ 5183543 w 6096000"/>
              <a:gd name="connsiteY49" fmla="*/ 1824832 h 6858000"/>
              <a:gd name="connsiteX50" fmla="*/ 5182235 w 6096000"/>
              <a:gd name="connsiteY50" fmla="*/ 1830429 h 6858000"/>
              <a:gd name="connsiteX51" fmla="*/ 5182525 w 6096000"/>
              <a:gd name="connsiteY51" fmla="*/ 1830569 h 6858000"/>
              <a:gd name="connsiteX52" fmla="*/ 5180663 w 6096000"/>
              <a:gd name="connsiteY52" fmla="*/ 1835810 h 6858000"/>
              <a:gd name="connsiteX53" fmla="*/ 5167452 w 6096000"/>
              <a:gd name="connsiteY53" fmla="*/ 1861483 h 6858000"/>
              <a:gd name="connsiteX54" fmla="*/ 5174266 w 6096000"/>
              <a:gd name="connsiteY54" fmla="*/ 1892417 h 6858000"/>
              <a:gd name="connsiteX55" fmla="*/ 5189262 w 6096000"/>
              <a:gd name="connsiteY55" fmla="*/ 1895114 h 6858000"/>
              <a:gd name="connsiteX56" fmla="*/ 5187100 w 6096000"/>
              <a:gd name="connsiteY56" fmla="*/ 1899379 h 6858000"/>
              <a:gd name="connsiteX57" fmla="*/ 5180471 w 6096000"/>
              <a:gd name="connsiteY57" fmla="*/ 1907867 h 6858000"/>
              <a:gd name="connsiteX58" fmla="*/ 5181361 w 6096000"/>
              <a:gd name="connsiteY58" fmla="*/ 1910265 h 6858000"/>
              <a:gd name="connsiteX59" fmla="*/ 5178268 w 6096000"/>
              <a:gd name="connsiteY59" fmla="*/ 1935584 h 6858000"/>
              <a:gd name="connsiteX60" fmla="*/ 5183619 w 6096000"/>
              <a:gd name="connsiteY60" fmla="*/ 1942021 h 6858000"/>
              <a:gd name="connsiteX61" fmla="*/ 5184480 w 6096000"/>
              <a:gd name="connsiteY61" fmla="*/ 1945112 h 6858000"/>
              <a:gd name="connsiteX62" fmla="*/ 5172776 w 6096000"/>
              <a:gd name="connsiteY62" fmla="*/ 1961162 h 6858000"/>
              <a:gd name="connsiteX63" fmla="*/ 5168513 w 6096000"/>
              <a:gd name="connsiteY63" fmla="*/ 1969445 h 6858000"/>
              <a:gd name="connsiteX64" fmla="*/ 5126597 w 6096000"/>
              <a:gd name="connsiteY64" fmla="*/ 2024270 h 6858000"/>
              <a:gd name="connsiteX65" fmla="*/ 5119528 w 6096000"/>
              <a:gd name="connsiteY65" fmla="*/ 2107942 h 6858000"/>
              <a:gd name="connsiteX66" fmla="*/ 5110356 w 6096000"/>
              <a:gd name="connsiteY66" fmla="*/ 2193455 h 6858000"/>
              <a:gd name="connsiteX67" fmla="*/ 5104992 w 6096000"/>
              <a:gd name="connsiteY67" fmla="*/ 2260088 h 6858000"/>
              <a:gd name="connsiteX68" fmla="*/ 5059439 w 6096000"/>
              <a:gd name="connsiteY68" fmla="*/ 2335735 h 6858000"/>
              <a:gd name="connsiteX69" fmla="*/ 5022061 w 6096000"/>
              <a:gd name="connsiteY69" fmla="*/ 2408995 h 6858000"/>
              <a:gd name="connsiteX70" fmla="*/ 5022253 w 6096000"/>
              <a:gd name="connsiteY70" fmla="*/ 2445869 h 6858000"/>
              <a:gd name="connsiteX71" fmla="*/ 5011426 w 6096000"/>
              <a:gd name="connsiteY71" fmla="*/ 2496499 h 6858000"/>
              <a:gd name="connsiteX72" fmla="*/ 4994224 w 6096000"/>
              <a:gd name="connsiteY72" fmla="*/ 2549900 h 6858000"/>
              <a:gd name="connsiteX73" fmla="*/ 4995245 w 6096000"/>
              <a:gd name="connsiteY73" fmla="*/ 2596456 h 6858000"/>
              <a:gd name="connsiteX74" fmla="*/ 4988570 w 6096000"/>
              <a:gd name="connsiteY74" fmla="*/ 2606088 h 6858000"/>
              <a:gd name="connsiteX75" fmla="*/ 4988371 w 6096000"/>
              <a:gd name="connsiteY75" fmla="*/ 2635351 h 6858000"/>
              <a:gd name="connsiteX76" fmla="*/ 4983212 w 6096000"/>
              <a:gd name="connsiteY76" fmla="*/ 2665666 h 6858000"/>
              <a:gd name="connsiteX77" fmla="*/ 4968234 w 6096000"/>
              <a:gd name="connsiteY77" fmla="*/ 2715895 h 6858000"/>
              <a:gd name="connsiteX78" fmla="*/ 4975888 w 6096000"/>
              <a:gd name="connsiteY78" fmla="*/ 2725052 h 6858000"/>
              <a:gd name="connsiteX79" fmla="*/ 4980195 w 6096000"/>
              <a:gd name="connsiteY79" fmla="*/ 2726489 h 6858000"/>
              <a:gd name="connsiteX80" fmla="*/ 4976218 w 6096000"/>
              <a:gd name="connsiteY80" fmla="*/ 2740278 h 6858000"/>
              <a:gd name="connsiteX81" fmla="*/ 4980571 w 6096000"/>
              <a:gd name="connsiteY81" fmla="*/ 2751112 h 6858000"/>
              <a:gd name="connsiteX82" fmla="*/ 4973893 w 6096000"/>
              <a:gd name="connsiteY82" fmla="*/ 2760208 h 6858000"/>
              <a:gd name="connsiteX83" fmla="*/ 4979005 w 6096000"/>
              <a:gd name="connsiteY83" fmla="*/ 2790136 h 6858000"/>
              <a:gd name="connsiteX84" fmla="*/ 4986137 w 6096000"/>
              <a:gd name="connsiteY84" fmla="*/ 2804183 h 6858000"/>
              <a:gd name="connsiteX85" fmla="*/ 4986175 w 6096000"/>
              <a:gd name="connsiteY85" fmla="*/ 2825860 h 6858000"/>
              <a:gd name="connsiteX86" fmla="*/ 4993936 w 6096000"/>
              <a:gd name="connsiteY86" fmla="*/ 2911749 h 6858000"/>
              <a:gd name="connsiteX87" fmla="*/ 4992563 w 6096000"/>
              <a:gd name="connsiteY87" fmla="*/ 2977278 h 6858000"/>
              <a:gd name="connsiteX88" fmla="*/ 4980516 w 6096000"/>
              <a:gd name="connsiteY88" fmla="*/ 2991092 h 6858000"/>
              <a:gd name="connsiteX89" fmla="*/ 4992801 w 6096000"/>
              <a:gd name="connsiteY89" fmla="*/ 3020247 h 6858000"/>
              <a:gd name="connsiteX90" fmla="*/ 5014805 w 6096000"/>
              <a:gd name="connsiteY90" fmla="*/ 3065434 h 6858000"/>
              <a:gd name="connsiteX91" fmla="*/ 5002733 w 6096000"/>
              <a:gd name="connsiteY91" fmla="*/ 3103777 h 6858000"/>
              <a:gd name="connsiteX92" fmla="*/ 5002941 w 6096000"/>
              <a:gd name="connsiteY92" fmla="*/ 3151828 h 6858000"/>
              <a:gd name="connsiteX93" fmla="*/ 5002883 w 6096000"/>
              <a:gd name="connsiteY93" fmla="*/ 3180546 h 6858000"/>
              <a:gd name="connsiteX94" fmla="*/ 5016711 w 6096000"/>
              <a:gd name="connsiteY94" fmla="*/ 3258677 h 6858000"/>
              <a:gd name="connsiteX95" fmla="*/ 5017918 w 6096000"/>
              <a:gd name="connsiteY95" fmla="*/ 3262610 h 6858000"/>
              <a:gd name="connsiteX96" fmla="*/ 5011672 w 6096000"/>
              <a:gd name="connsiteY96" fmla="*/ 3277179 h 6858000"/>
              <a:gd name="connsiteX97" fmla="*/ 5009344 w 6096000"/>
              <a:gd name="connsiteY97" fmla="*/ 3278130 h 6858000"/>
              <a:gd name="connsiteX98" fmla="*/ 5026770 w 6096000"/>
              <a:gd name="connsiteY98" fmla="*/ 3325671 h 6858000"/>
              <a:gd name="connsiteX99" fmla="*/ 5024571 w 6096000"/>
              <a:gd name="connsiteY99" fmla="*/ 3332072 h 6858000"/>
              <a:gd name="connsiteX100" fmla="*/ 5041705 w 6096000"/>
              <a:gd name="connsiteY100" fmla="*/ 3362948 h 6858000"/>
              <a:gd name="connsiteX101" fmla="*/ 5047477 w 6096000"/>
              <a:gd name="connsiteY101" fmla="*/ 3378959 h 6858000"/>
              <a:gd name="connsiteX102" fmla="*/ 5060758 w 6096000"/>
              <a:gd name="connsiteY102" fmla="*/ 3407057 h 6858000"/>
              <a:gd name="connsiteX103" fmla="*/ 5058968 w 6096000"/>
              <a:gd name="connsiteY103" fmla="*/ 3409825 h 6858000"/>
              <a:gd name="connsiteX104" fmla="*/ 5062667 w 6096000"/>
              <a:gd name="connsiteY104" fmla="*/ 3415218 h 6858000"/>
              <a:gd name="connsiteX105" fmla="*/ 5060928 w 6096000"/>
              <a:gd name="connsiteY105" fmla="*/ 3419880 h 6858000"/>
              <a:gd name="connsiteX106" fmla="*/ 5062923 w 6096000"/>
              <a:gd name="connsiteY106" fmla="*/ 3424545 h 6858000"/>
              <a:gd name="connsiteX107" fmla="*/ 5064623 w 6096000"/>
              <a:gd name="connsiteY107" fmla="*/ 3476412 h 6858000"/>
              <a:gd name="connsiteX108" fmla="*/ 5069684 w 6096000"/>
              <a:gd name="connsiteY108" fmla="*/ 3486850 h 6858000"/>
              <a:gd name="connsiteX109" fmla="*/ 5063339 w 6096000"/>
              <a:gd name="connsiteY109" fmla="*/ 3496391 h 6858000"/>
              <a:gd name="connsiteX110" fmla="*/ 5070139 w 6096000"/>
              <a:gd name="connsiteY110" fmla="*/ 3531201 h 6858000"/>
              <a:gd name="connsiteX111" fmla="*/ 5079896 w 6096000"/>
              <a:gd name="connsiteY111" fmla="*/ 3542019 h 6858000"/>
              <a:gd name="connsiteX112" fmla="*/ 5087540 w 6096000"/>
              <a:gd name="connsiteY112" fmla="*/ 3552249 h 6858000"/>
              <a:gd name="connsiteX113" fmla="*/ 5087902 w 6096000"/>
              <a:gd name="connsiteY113" fmla="*/ 3553678 h 6858000"/>
              <a:gd name="connsiteX114" fmla="*/ 5091509 w 6096000"/>
              <a:gd name="connsiteY114" fmla="*/ 3568021 h 6858000"/>
              <a:gd name="connsiteX115" fmla="*/ 5091934 w 6096000"/>
              <a:gd name="connsiteY115" fmla="*/ 3569719 h 6858000"/>
              <a:gd name="connsiteX116" fmla="*/ 5089362 w 6096000"/>
              <a:gd name="connsiteY116" fmla="*/ 3586412 h 6858000"/>
              <a:gd name="connsiteX117" fmla="*/ 5092358 w 6096000"/>
              <a:gd name="connsiteY117" fmla="*/ 3597336 h 6858000"/>
              <a:gd name="connsiteX118" fmla="*/ 5084254 w 6096000"/>
              <a:gd name="connsiteY118" fmla="*/ 3606007 h 6858000"/>
              <a:gd name="connsiteX119" fmla="*/ 5084281 w 6096000"/>
              <a:gd name="connsiteY119" fmla="*/ 3641228 h 6858000"/>
              <a:gd name="connsiteX120" fmla="*/ 5091848 w 6096000"/>
              <a:gd name="connsiteY120" fmla="*/ 3653088 h 6858000"/>
              <a:gd name="connsiteX121" fmla="*/ 5097436 w 6096000"/>
              <a:gd name="connsiteY121" fmla="*/ 3664114 h 6858000"/>
              <a:gd name="connsiteX122" fmla="*/ 5097518 w 6096000"/>
              <a:gd name="connsiteY122" fmla="*/ 3665569 h 6858000"/>
              <a:gd name="connsiteX123" fmla="*/ 5099829 w 6096000"/>
              <a:gd name="connsiteY123" fmla="*/ 3707357 h 6858000"/>
              <a:gd name="connsiteX124" fmla="*/ 5114696 w 6096000"/>
              <a:gd name="connsiteY124" fmla="*/ 3778166 h 6858000"/>
              <a:gd name="connsiteX125" fmla="*/ 5135379 w 6096000"/>
              <a:gd name="connsiteY125" fmla="*/ 3878222 h 6858000"/>
              <a:gd name="connsiteX126" fmla="*/ 5130138 w 6096000"/>
              <a:gd name="connsiteY126" fmla="*/ 4048117 h 6858000"/>
              <a:gd name="connsiteX127" fmla="*/ 5090040 w 6096000"/>
              <a:gd name="connsiteY127" fmla="*/ 4219510 h 6858000"/>
              <a:gd name="connsiteX128" fmla="*/ 5092812 w 6096000"/>
              <a:gd name="connsiteY128" fmla="*/ 4411258 h 6858000"/>
              <a:gd name="connsiteX129" fmla="*/ 5084599 w 6096000"/>
              <a:gd name="connsiteY129" fmla="*/ 4488531 h 6858000"/>
              <a:gd name="connsiteX130" fmla="*/ 5084072 w 6096000"/>
              <a:gd name="connsiteY130" fmla="*/ 4539168 h 6858000"/>
              <a:gd name="connsiteX131" fmla="*/ 5068936 w 6096000"/>
              <a:gd name="connsiteY131" fmla="*/ 4625153 h 6858000"/>
              <a:gd name="connsiteX132" fmla="*/ 5059114 w 6096000"/>
              <a:gd name="connsiteY132" fmla="*/ 4733115 h 6858000"/>
              <a:gd name="connsiteX133" fmla="*/ 5037209 w 6096000"/>
              <a:gd name="connsiteY133" fmla="*/ 4844323 h 6858000"/>
              <a:gd name="connsiteX134" fmla="*/ 5020638 w 6096000"/>
              <a:gd name="connsiteY134" fmla="*/ 4877992 h 6858000"/>
              <a:gd name="connsiteX135" fmla="*/ 5006413 w 6096000"/>
              <a:gd name="connsiteY135" fmla="*/ 4925805 h 6858000"/>
              <a:gd name="connsiteX136" fmla="*/ 4971037 w 6096000"/>
              <a:gd name="connsiteY136" fmla="*/ 5009272 h 6858000"/>
              <a:gd name="connsiteX137" fmla="*/ 4963105 w 6096000"/>
              <a:gd name="connsiteY137" fmla="*/ 5111369 h 6858000"/>
              <a:gd name="connsiteX138" fmla="*/ 4976341 w 6096000"/>
              <a:gd name="connsiteY138" fmla="*/ 5210876 h 6858000"/>
              <a:gd name="connsiteX139" fmla="*/ 4980617 w 6096000"/>
              <a:gd name="connsiteY139" fmla="*/ 5269726 h 6858000"/>
              <a:gd name="connsiteX140" fmla="*/ 4997733 w 6096000"/>
              <a:gd name="connsiteY140" fmla="*/ 5464225 h 6858000"/>
              <a:gd name="connsiteX141" fmla="*/ 5001400 w 6096000"/>
              <a:gd name="connsiteY141" fmla="*/ 5594585 h 6858000"/>
              <a:gd name="connsiteX142" fmla="*/ 4983700 w 6096000"/>
              <a:gd name="connsiteY142" fmla="*/ 5667896 h 6858000"/>
              <a:gd name="connsiteX143" fmla="*/ 4968506 w 6096000"/>
              <a:gd name="connsiteY143" fmla="*/ 5769225 h 6858000"/>
              <a:gd name="connsiteX144" fmla="*/ 4969765 w 6096000"/>
              <a:gd name="connsiteY144" fmla="*/ 5823324 h 6858000"/>
              <a:gd name="connsiteX145" fmla="*/ 4966129 w 6096000"/>
              <a:gd name="connsiteY145" fmla="*/ 5862699 h 6858000"/>
              <a:gd name="connsiteX146" fmla="*/ 4970695 w 6096000"/>
              <a:gd name="connsiteY146" fmla="*/ 5906467 h 6858000"/>
              <a:gd name="connsiteX147" fmla="*/ 4991568 w 6096000"/>
              <a:gd name="connsiteY147" fmla="*/ 5939847 h 6858000"/>
              <a:gd name="connsiteX148" fmla="*/ 4986815 w 6096000"/>
              <a:gd name="connsiteY148" fmla="*/ 5973994 h 6858000"/>
              <a:gd name="connsiteX149" fmla="*/ 4987776 w 6096000"/>
              <a:gd name="connsiteY149" fmla="*/ 6089693 h 6858000"/>
              <a:gd name="connsiteX150" fmla="*/ 4991621 w 6096000"/>
              <a:gd name="connsiteY150" fmla="*/ 6224938 h 6858000"/>
              <a:gd name="connsiteX151" fmla="*/ 5017157 w 6096000"/>
              <a:gd name="connsiteY151" fmla="*/ 6370251 h 6858000"/>
              <a:gd name="connsiteX152" fmla="*/ 5040797 w 6096000"/>
              <a:gd name="connsiteY152" fmla="*/ 6541313 h 6858000"/>
              <a:gd name="connsiteX153" fmla="*/ 5045375 w 6096000"/>
              <a:gd name="connsiteY153" fmla="*/ 6640957 h 6858000"/>
              <a:gd name="connsiteX154" fmla="*/ 5058442 w 6096000"/>
              <a:gd name="connsiteY154" fmla="*/ 6705297 h 6858000"/>
              <a:gd name="connsiteX155" fmla="*/ 5071125 w 6096000"/>
              <a:gd name="connsiteY155" fmla="*/ 6759582 h 6858000"/>
              <a:gd name="connsiteX156" fmla="*/ 5069172 w 6096000"/>
              <a:gd name="connsiteY156" fmla="*/ 6817746 h 6858000"/>
              <a:gd name="connsiteX157" fmla="*/ 5072322 w 6096000"/>
              <a:gd name="connsiteY157" fmla="*/ 6843646 h 6858000"/>
              <a:gd name="connsiteX158" fmla="*/ 5091388 w 6096000"/>
              <a:gd name="connsiteY158" fmla="*/ 6857998 h 6858000"/>
              <a:gd name="connsiteX159" fmla="*/ 6096000 w 6096000"/>
              <a:gd name="connsiteY159" fmla="*/ 6857998 h 6858000"/>
              <a:gd name="connsiteX160" fmla="*/ 6096000 w 6096000"/>
              <a:gd name="connsiteY160" fmla="*/ 6858000 h 6858000"/>
              <a:gd name="connsiteX161" fmla="*/ 0 w 6096000"/>
              <a:gd name="connsiteY16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</a:cxnLst>
            <a:rect l="l" t="t" r="r" b="b"/>
            <a:pathLst>
              <a:path w="6096000" h="6858000">
                <a:moveTo>
                  <a:pt x="0" y="0"/>
                </a:moveTo>
                <a:lnTo>
                  <a:pt x="5567517" y="0"/>
                </a:lnTo>
                <a:lnTo>
                  <a:pt x="5566938" y="1705"/>
                </a:lnTo>
                <a:cubicBezTo>
                  <a:pt x="5563126" y="8440"/>
                  <a:pt x="5558112" y="13784"/>
                  <a:pt x="5551594" y="17287"/>
                </a:cubicBezTo>
                <a:cubicBezTo>
                  <a:pt x="5562364" y="82036"/>
                  <a:pt x="5510349" y="69804"/>
                  <a:pt x="5545641" y="130336"/>
                </a:cubicBezTo>
                <a:cubicBezTo>
                  <a:pt x="5526953" y="117589"/>
                  <a:pt x="5536978" y="162458"/>
                  <a:pt x="5538289" y="187093"/>
                </a:cubicBezTo>
                <a:cubicBezTo>
                  <a:pt x="5536205" y="226511"/>
                  <a:pt x="5545722" y="205530"/>
                  <a:pt x="5545790" y="265704"/>
                </a:cubicBezTo>
                <a:cubicBezTo>
                  <a:pt x="5542296" y="317533"/>
                  <a:pt x="5543813" y="325288"/>
                  <a:pt x="5542313" y="354566"/>
                </a:cubicBezTo>
                <a:lnTo>
                  <a:pt x="5524126" y="472000"/>
                </a:lnTo>
                <a:lnTo>
                  <a:pt x="5522170" y="473782"/>
                </a:lnTo>
                <a:cubicBezTo>
                  <a:pt x="5517847" y="482008"/>
                  <a:pt x="5518682" y="487340"/>
                  <a:pt x="5521798" y="491380"/>
                </a:cubicBezTo>
                <a:lnTo>
                  <a:pt x="5536419" y="531675"/>
                </a:lnTo>
                <a:lnTo>
                  <a:pt x="5533435" y="536015"/>
                </a:lnTo>
                <a:lnTo>
                  <a:pt x="5538088" y="572092"/>
                </a:lnTo>
                <a:lnTo>
                  <a:pt x="5536061" y="572511"/>
                </a:lnTo>
                <a:cubicBezTo>
                  <a:pt x="5531611" y="574271"/>
                  <a:pt x="5528529" y="577121"/>
                  <a:pt x="5528218" y="582332"/>
                </a:cubicBezTo>
                <a:cubicBezTo>
                  <a:pt x="5498002" y="573171"/>
                  <a:pt x="5516262" y="585107"/>
                  <a:pt x="5518011" y="601285"/>
                </a:cubicBezTo>
                <a:cubicBezTo>
                  <a:pt x="5508838" y="617831"/>
                  <a:pt x="5480684" y="666964"/>
                  <a:pt x="5473174" y="681608"/>
                </a:cubicBezTo>
                <a:cubicBezTo>
                  <a:pt x="5473102" y="684122"/>
                  <a:pt x="5473033" y="686637"/>
                  <a:pt x="5472963" y="689151"/>
                </a:cubicBezTo>
                <a:lnTo>
                  <a:pt x="5472485" y="689289"/>
                </a:lnTo>
                <a:cubicBezTo>
                  <a:pt x="5471434" y="690905"/>
                  <a:pt x="5470986" y="693376"/>
                  <a:pt x="5471326" y="697222"/>
                </a:cubicBezTo>
                <a:cubicBezTo>
                  <a:pt x="5471606" y="703992"/>
                  <a:pt x="5471884" y="710761"/>
                  <a:pt x="5472164" y="717531"/>
                </a:cubicBezTo>
                <a:lnTo>
                  <a:pt x="5468891" y="722494"/>
                </a:lnTo>
                <a:lnTo>
                  <a:pt x="5463081" y="724368"/>
                </a:lnTo>
                <a:lnTo>
                  <a:pt x="5446981" y="752692"/>
                </a:lnTo>
                <a:cubicBezTo>
                  <a:pt x="5454691" y="764380"/>
                  <a:pt x="5422719" y="808083"/>
                  <a:pt x="5417190" y="816346"/>
                </a:cubicBezTo>
                <a:lnTo>
                  <a:pt x="5388958" y="889417"/>
                </a:lnTo>
                <a:cubicBezTo>
                  <a:pt x="5320491" y="969963"/>
                  <a:pt x="5321907" y="1005331"/>
                  <a:pt x="5307044" y="1063288"/>
                </a:cubicBezTo>
                <a:cubicBezTo>
                  <a:pt x="5313332" y="1111028"/>
                  <a:pt x="5317096" y="1110140"/>
                  <a:pt x="5303837" y="1157176"/>
                </a:cubicBezTo>
                <a:cubicBezTo>
                  <a:pt x="5301103" y="1192124"/>
                  <a:pt x="5301884" y="1197232"/>
                  <a:pt x="5286494" y="1210776"/>
                </a:cubicBezTo>
                <a:lnTo>
                  <a:pt x="5282463" y="1301993"/>
                </a:lnTo>
                <a:lnTo>
                  <a:pt x="5252235" y="1360879"/>
                </a:lnTo>
                <a:lnTo>
                  <a:pt x="5244497" y="1404045"/>
                </a:lnTo>
                <a:lnTo>
                  <a:pt x="5223823" y="1429568"/>
                </a:lnTo>
                <a:lnTo>
                  <a:pt x="5224851" y="1430305"/>
                </a:lnTo>
                <a:cubicBezTo>
                  <a:pt x="5226697" y="1432466"/>
                  <a:pt x="5214738" y="1459891"/>
                  <a:pt x="5212394" y="1463304"/>
                </a:cubicBezTo>
                <a:cubicBezTo>
                  <a:pt x="5209912" y="1477394"/>
                  <a:pt x="5213027" y="1501295"/>
                  <a:pt x="5209958" y="1514846"/>
                </a:cubicBezTo>
                <a:lnTo>
                  <a:pt x="5206417" y="1519731"/>
                </a:lnTo>
                <a:lnTo>
                  <a:pt x="5206640" y="1519929"/>
                </a:lnTo>
                <a:cubicBezTo>
                  <a:pt x="5206490" y="1521210"/>
                  <a:pt x="5209710" y="1543635"/>
                  <a:pt x="5207632" y="1546022"/>
                </a:cubicBezTo>
                <a:lnTo>
                  <a:pt x="5212030" y="1578752"/>
                </a:lnTo>
                <a:cubicBezTo>
                  <a:pt x="5206147" y="1605585"/>
                  <a:pt x="5226381" y="1622803"/>
                  <a:pt x="5203533" y="1647555"/>
                </a:cubicBezTo>
                <a:cubicBezTo>
                  <a:pt x="5198128" y="1672675"/>
                  <a:pt x="5203213" y="1694404"/>
                  <a:pt x="5190877" y="1715685"/>
                </a:cubicBezTo>
                <a:cubicBezTo>
                  <a:pt x="5196815" y="1724301"/>
                  <a:pt x="5198098" y="1732435"/>
                  <a:pt x="5184235" y="1740358"/>
                </a:cubicBezTo>
                <a:cubicBezTo>
                  <a:pt x="5182625" y="1763793"/>
                  <a:pt x="5198368" y="1769422"/>
                  <a:pt x="5181475" y="1784314"/>
                </a:cubicBezTo>
                <a:cubicBezTo>
                  <a:pt x="5205987" y="1797417"/>
                  <a:pt x="5195246" y="1798221"/>
                  <a:pt x="5185845" y="1804434"/>
                </a:cubicBezTo>
                <a:lnTo>
                  <a:pt x="5185068" y="1805316"/>
                </a:lnTo>
                <a:lnTo>
                  <a:pt x="5188593" y="1807109"/>
                </a:lnTo>
                <a:lnTo>
                  <a:pt x="5185920" y="1821003"/>
                </a:lnTo>
                <a:lnTo>
                  <a:pt x="5183543" y="1824832"/>
                </a:lnTo>
                <a:cubicBezTo>
                  <a:pt x="5182284" y="1827468"/>
                  <a:pt x="5181937" y="1829219"/>
                  <a:pt x="5182235" y="1830429"/>
                </a:cubicBezTo>
                <a:lnTo>
                  <a:pt x="5182525" y="1830569"/>
                </a:lnTo>
                <a:lnTo>
                  <a:pt x="5180663" y="1835810"/>
                </a:lnTo>
                <a:cubicBezTo>
                  <a:pt x="5176779" y="1844665"/>
                  <a:pt x="5172297" y="1853278"/>
                  <a:pt x="5167452" y="1861483"/>
                </a:cubicBezTo>
                <a:cubicBezTo>
                  <a:pt x="5179827" y="1866643"/>
                  <a:pt x="5166788" y="1884999"/>
                  <a:pt x="5174266" y="1892417"/>
                </a:cubicBezTo>
                <a:lnTo>
                  <a:pt x="5189262" y="1895114"/>
                </a:lnTo>
                <a:lnTo>
                  <a:pt x="5187100" y="1899379"/>
                </a:lnTo>
                <a:lnTo>
                  <a:pt x="5180471" y="1907867"/>
                </a:lnTo>
                <a:cubicBezTo>
                  <a:pt x="5179609" y="1909162"/>
                  <a:pt x="5179647" y="1909994"/>
                  <a:pt x="5181361" y="1910265"/>
                </a:cubicBezTo>
                <a:cubicBezTo>
                  <a:pt x="5180995" y="1914884"/>
                  <a:pt x="5177893" y="1930292"/>
                  <a:pt x="5178268" y="1935584"/>
                </a:cubicBezTo>
                <a:lnTo>
                  <a:pt x="5183619" y="1942021"/>
                </a:lnTo>
                <a:lnTo>
                  <a:pt x="5184480" y="1945112"/>
                </a:lnTo>
                <a:lnTo>
                  <a:pt x="5172776" y="1961162"/>
                </a:lnTo>
                <a:lnTo>
                  <a:pt x="5168513" y="1969445"/>
                </a:lnTo>
                <a:lnTo>
                  <a:pt x="5126597" y="2024270"/>
                </a:lnTo>
                <a:lnTo>
                  <a:pt x="5119528" y="2107942"/>
                </a:lnTo>
                <a:cubicBezTo>
                  <a:pt x="5089290" y="2138038"/>
                  <a:pt x="5110415" y="2159228"/>
                  <a:pt x="5110356" y="2193455"/>
                </a:cubicBezTo>
                <a:cubicBezTo>
                  <a:pt x="5101302" y="2220953"/>
                  <a:pt x="5110381" y="2224200"/>
                  <a:pt x="5104992" y="2260088"/>
                </a:cubicBezTo>
                <a:cubicBezTo>
                  <a:pt x="5096504" y="2291744"/>
                  <a:pt x="5078225" y="2299003"/>
                  <a:pt x="5059439" y="2335735"/>
                </a:cubicBezTo>
                <a:cubicBezTo>
                  <a:pt x="5029465" y="2329020"/>
                  <a:pt x="5058046" y="2407546"/>
                  <a:pt x="5022061" y="2408995"/>
                </a:cubicBezTo>
                <a:cubicBezTo>
                  <a:pt x="5023289" y="2413465"/>
                  <a:pt x="5019654" y="2441580"/>
                  <a:pt x="5022253" y="2445869"/>
                </a:cubicBezTo>
                <a:cubicBezTo>
                  <a:pt x="5022440" y="2449625"/>
                  <a:pt x="5011241" y="2492743"/>
                  <a:pt x="5011426" y="2496499"/>
                </a:cubicBezTo>
                <a:lnTo>
                  <a:pt x="4994224" y="2549900"/>
                </a:lnTo>
                <a:cubicBezTo>
                  <a:pt x="4992353" y="2564757"/>
                  <a:pt x="4998952" y="2582253"/>
                  <a:pt x="4995245" y="2596456"/>
                </a:cubicBezTo>
                <a:lnTo>
                  <a:pt x="4988570" y="2606088"/>
                </a:lnTo>
                <a:cubicBezTo>
                  <a:pt x="4988504" y="2615842"/>
                  <a:pt x="4988436" y="2625597"/>
                  <a:pt x="4988371" y="2635351"/>
                </a:cubicBezTo>
                <a:lnTo>
                  <a:pt x="4983212" y="2665666"/>
                </a:lnTo>
                <a:lnTo>
                  <a:pt x="4968234" y="2715895"/>
                </a:lnTo>
                <a:lnTo>
                  <a:pt x="4975888" y="2725052"/>
                </a:lnTo>
                <a:lnTo>
                  <a:pt x="4980195" y="2726489"/>
                </a:lnTo>
                <a:lnTo>
                  <a:pt x="4976218" y="2740278"/>
                </a:lnTo>
                <a:lnTo>
                  <a:pt x="4980571" y="2751112"/>
                </a:lnTo>
                <a:lnTo>
                  <a:pt x="4973893" y="2760208"/>
                </a:lnTo>
                <a:lnTo>
                  <a:pt x="4979005" y="2790136"/>
                </a:lnTo>
                <a:lnTo>
                  <a:pt x="4986137" y="2804183"/>
                </a:lnTo>
                <a:cubicBezTo>
                  <a:pt x="4986150" y="2811409"/>
                  <a:pt x="4986162" y="2818634"/>
                  <a:pt x="4986175" y="2825860"/>
                </a:cubicBezTo>
                <a:cubicBezTo>
                  <a:pt x="4987474" y="2843788"/>
                  <a:pt x="4992871" y="2886513"/>
                  <a:pt x="4993936" y="2911749"/>
                </a:cubicBezTo>
                <a:cubicBezTo>
                  <a:pt x="4993313" y="2946689"/>
                  <a:pt x="4980300" y="2954448"/>
                  <a:pt x="4992563" y="2977278"/>
                </a:cubicBezTo>
                <a:cubicBezTo>
                  <a:pt x="4985688" y="2983455"/>
                  <a:pt x="4982051" y="2987749"/>
                  <a:pt x="4980516" y="2991092"/>
                </a:cubicBezTo>
                <a:cubicBezTo>
                  <a:pt x="4975910" y="3001119"/>
                  <a:pt x="4990216" y="3002537"/>
                  <a:pt x="4992801" y="3020247"/>
                </a:cubicBezTo>
                <a:cubicBezTo>
                  <a:pt x="4998517" y="3032637"/>
                  <a:pt x="5013148" y="3051512"/>
                  <a:pt x="5014805" y="3065434"/>
                </a:cubicBezTo>
                <a:cubicBezTo>
                  <a:pt x="4998836" y="3057428"/>
                  <a:pt x="5016840" y="3105196"/>
                  <a:pt x="5002733" y="3103777"/>
                </a:cubicBezTo>
                <a:cubicBezTo>
                  <a:pt x="5022381" y="3124610"/>
                  <a:pt x="4997365" y="3128169"/>
                  <a:pt x="5002941" y="3151828"/>
                </a:cubicBezTo>
                <a:cubicBezTo>
                  <a:pt x="5010264" y="3163902"/>
                  <a:pt x="5011356" y="3171780"/>
                  <a:pt x="5002883" y="3180546"/>
                </a:cubicBezTo>
                <a:cubicBezTo>
                  <a:pt x="5038586" y="3236545"/>
                  <a:pt x="5003723" y="3210316"/>
                  <a:pt x="5016711" y="3258677"/>
                </a:cubicBezTo>
                <a:lnTo>
                  <a:pt x="5017918" y="3262610"/>
                </a:lnTo>
                <a:lnTo>
                  <a:pt x="5011672" y="3277179"/>
                </a:lnTo>
                <a:lnTo>
                  <a:pt x="5009344" y="3278130"/>
                </a:lnTo>
                <a:lnTo>
                  <a:pt x="5026770" y="3325671"/>
                </a:lnTo>
                <a:lnTo>
                  <a:pt x="5024571" y="3332072"/>
                </a:lnTo>
                <a:lnTo>
                  <a:pt x="5041705" y="3362948"/>
                </a:lnTo>
                <a:lnTo>
                  <a:pt x="5047477" y="3378959"/>
                </a:lnTo>
                <a:lnTo>
                  <a:pt x="5060758" y="3407057"/>
                </a:lnTo>
                <a:lnTo>
                  <a:pt x="5058968" y="3409825"/>
                </a:lnTo>
                <a:lnTo>
                  <a:pt x="5062667" y="3415218"/>
                </a:lnTo>
                <a:lnTo>
                  <a:pt x="5060928" y="3419880"/>
                </a:lnTo>
                <a:lnTo>
                  <a:pt x="5062923" y="3424545"/>
                </a:lnTo>
                <a:cubicBezTo>
                  <a:pt x="5063537" y="3433967"/>
                  <a:pt x="5063494" y="3466028"/>
                  <a:pt x="5064623" y="3476412"/>
                </a:cubicBezTo>
                <a:lnTo>
                  <a:pt x="5069684" y="3486850"/>
                </a:lnTo>
                <a:lnTo>
                  <a:pt x="5063339" y="3496391"/>
                </a:lnTo>
                <a:lnTo>
                  <a:pt x="5070139" y="3531201"/>
                </a:lnTo>
                <a:lnTo>
                  <a:pt x="5079896" y="3542019"/>
                </a:lnTo>
                <a:lnTo>
                  <a:pt x="5087540" y="3552249"/>
                </a:lnTo>
                <a:lnTo>
                  <a:pt x="5087902" y="3553678"/>
                </a:lnTo>
                <a:lnTo>
                  <a:pt x="5091509" y="3568021"/>
                </a:lnTo>
                <a:lnTo>
                  <a:pt x="5091934" y="3569719"/>
                </a:lnTo>
                <a:lnTo>
                  <a:pt x="5089362" y="3586412"/>
                </a:lnTo>
                <a:lnTo>
                  <a:pt x="5092358" y="3597336"/>
                </a:lnTo>
                <a:lnTo>
                  <a:pt x="5084254" y="3606007"/>
                </a:lnTo>
                <a:cubicBezTo>
                  <a:pt x="5084262" y="3617747"/>
                  <a:pt x="5084273" y="3629488"/>
                  <a:pt x="5084281" y="3641228"/>
                </a:cubicBezTo>
                <a:lnTo>
                  <a:pt x="5091848" y="3653088"/>
                </a:lnTo>
                <a:lnTo>
                  <a:pt x="5097436" y="3664114"/>
                </a:lnTo>
                <a:cubicBezTo>
                  <a:pt x="5097463" y="3664599"/>
                  <a:pt x="5097491" y="3665084"/>
                  <a:pt x="5097518" y="3665569"/>
                </a:cubicBezTo>
                <a:cubicBezTo>
                  <a:pt x="5097915" y="3672776"/>
                  <a:pt x="5096966" y="3688591"/>
                  <a:pt x="5099829" y="3707357"/>
                </a:cubicBezTo>
                <a:cubicBezTo>
                  <a:pt x="5100505" y="3724716"/>
                  <a:pt x="5118078" y="3760234"/>
                  <a:pt x="5114696" y="3778166"/>
                </a:cubicBezTo>
                <a:cubicBezTo>
                  <a:pt x="5141627" y="3845122"/>
                  <a:pt x="5125427" y="3821305"/>
                  <a:pt x="5135379" y="3878222"/>
                </a:cubicBezTo>
                <a:cubicBezTo>
                  <a:pt x="5161519" y="3905047"/>
                  <a:pt x="5125417" y="4015047"/>
                  <a:pt x="5130138" y="4048117"/>
                </a:cubicBezTo>
                <a:cubicBezTo>
                  <a:pt x="5081804" y="4192084"/>
                  <a:pt x="5096262" y="4158987"/>
                  <a:pt x="5090040" y="4219510"/>
                </a:cubicBezTo>
                <a:cubicBezTo>
                  <a:pt x="5104553" y="4280033"/>
                  <a:pt x="5065380" y="4345686"/>
                  <a:pt x="5092812" y="4411258"/>
                </a:cubicBezTo>
                <a:cubicBezTo>
                  <a:pt x="5090630" y="4437329"/>
                  <a:pt x="5083878" y="4473140"/>
                  <a:pt x="5084599" y="4488531"/>
                </a:cubicBezTo>
                <a:cubicBezTo>
                  <a:pt x="5084423" y="4505410"/>
                  <a:pt x="5084248" y="4522289"/>
                  <a:pt x="5084072" y="4539168"/>
                </a:cubicBezTo>
                <a:cubicBezTo>
                  <a:pt x="5072114" y="4567830"/>
                  <a:pt x="5064305" y="4588197"/>
                  <a:pt x="5068936" y="4625153"/>
                </a:cubicBezTo>
                <a:cubicBezTo>
                  <a:pt x="5077433" y="4662889"/>
                  <a:pt x="5065899" y="4679357"/>
                  <a:pt x="5059114" y="4733115"/>
                </a:cubicBezTo>
                <a:cubicBezTo>
                  <a:pt x="5068687" y="4752352"/>
                  <a:pt x="5055370" y="4832308"/>
                  <a:pt x="5037209" y="4844323"/>
                </a:cubicBezTo>
                <a:cubicBezTo>
                  <a:pt x="5033444" y="4857054"/>
                  <a:pt x="5040194" y="4871554"/>
                  <a:pt x="5020638" y="4877992"/>
                </a:cubicBezTo>
                <a:cubicBezTo>
                  <a:pt x="4997151" y="4888353"/>
                  <a:pt x="5034418" y="4931200"/>
                  <a:pt x="5006413" y="4925805"/>
                </a:cubicBezTo>
                <a:cubicBezTo>
                  <a:pt x="5031964" y="4956261"/>
                  <a:pt x="4982840" y="4982633"/>
                  <a:pt x="4971037" y="5009272"/>
                </a:cubicBezTo>
                <a:cubicBezTo>
                  <a:pt x="4973259" y="5034036"/>
                  <a:pt x="4968375" y="5053859"/>
                  <a:pt x="4963105" y="5111369"/>
                </a:cubicBezTo>
                <a:cubicBezTo>
                  <a:pt x="4973224" y="5141336"/>
                  <a:pt x="4937413" y="5161742"/>
                  <a:pt x="4976341" y="5210876"/>
                </a:cubicBezTo>
                <a:cubicBezTo>
                  <a:pt x="4972455" y="5212581"/>
                  <a:pt x="4977054" y="5227501"/>
                  <a:pt x="4980617" y="5269726"/>
                </a:cubicBezTo>
                <a:cubicBezTo>
                  <a:pt x="4984182" y="5311951"/>
                  <a:pt x="4990390" y="5400671"/>
                  <a:pt x="4997733" y="5464225"/>
                </a:cubicBezTo>
                <a:cubicBezTo>
                  <a:pt x="5001765" y="5536542"/>
                  <a:pt x="4990225" y="5517959"/>
                  <a:pt x="5001400" y="5594585"/>
                </a:cubicBezTo>
                <a:cubicBezTo>
                  <a:pt x="4999908" y="5619318"/>
                  <a:pt x="4974042" y="5647975"/>
                  <a:pt x="4983700" y="5667896"/>
                </a:cubicBezTo>
                <a:cubicBezTo>
                  <a:pt x="4976834" y="5696311"/>
                  <a:pt x="4975579" y="5738356"/>
                  <a:pt x="4968506" y="5769225"/>
                </a:cubicBezTo>
                <a:cubicBezTo>
                  <a:pt x="4968926" y="5787258"/>
                  <a:pt x="4969344" y="5805291"/>
                  <a:pt x="4969765" y="5823324"/>
                </a:cubicBezTo>
                <a:cubicBezTo>
                  <a:pt x="4966122" y="5853058"/>
                  <a:pt x="4965608" y="5838948"/>
                  <a:pt x="4966129" y="5862699"/>
                </a:cubicBezTo>
                <a:lnTo>
                  <a:pt x="4970695" y="5906467"/>
                </a:lnTo>
                <a:lnTo>
                  <a:pt x="4991568" y="5939847"/>
                </a:lnTo>
                <a:cubicBezTo>
                  <a:pt x="4998848" y="5955713"/>
                  <a:pt x="4974731" y="5940131"/>
                  <a:pt x="4986815" y="5973994"/>
                </a:cubicBezTo>
                <a:cubicBezTo>
                  <a:pt x="4961187" y="5997051"/>
                  <a:pt x="4983444" y="6032039"/>
                  <a:pt x="4987776" y="6089693"/>
                </a:cubicBezTo>
                <a:lnTo>
                  <a:pt x="4991621" y="6224938"/>
                </a:lnTo>
                <a:cubicBezTo>
                  <a:pt x="4988442" y="6270972"/>
                  <a:pt x="5008962" y="6317522"/>
                  <a:pt x="5017157" y="6370251"/>
                </a:cubicBezTo>
                <a:cubicBezTo>
                  <a:pt x="5025353" y="6422980"/>
                  <a:pt x="5039938" y="6490855"/>
                  <a:pt x="5040797" y="6541313"/>
                </a:cubicBezTo>
                <a:cubicBezTo>
                  <a:pt x="5039898" y="6576319"/>
                  <a:pt x="5031912" y="6591883"/>
                  <a:pt x="5045375" y="6640957"/>
                </a:cubicBezTo>
                <a:cubicBezTo>
                  <a:pt x="5057505" y="6669536"/>
                  <a:pt x="5052276" y="6675394"/>
                  <a:pt x="5058442" y="6705297"/>
                </a:cubicBezTo>
                <a:cubicBezTo>
                  <a:pt x="5057367" y="6727133"/>
                  <a:pt x="5067901" y="6732087"/>
                  <a:pt x="5071125" y="6759582"/>
                </a:cubicBezTo>
                <a:cubicBezTo>
                  <a:pt x="5055614" y="6796071"/>
                  <a:pt x="5051656" y="6769544"/>
                  <a:pt x="5069172" y="6817746"/>
                </a:cubicBezTo>
                <a:cubicBezTo>
                  <a:pt x="5060956" y="6828354"/>
                  <a:pt x="5064525" y="6836369"/>
                  <a:pt x="5072322" y="6843646"/>
                </a:cubicBezTo>
                <a:lnTo>
                  <a:pt x="5091388" y="6857998"/>
                </a:lnTo>
                <a:lnTo>
                  <a:pt x="6096000" y="6857998"/>
                </a:lnTo>
                <a:lnTo>
                  <a:pt x="6096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99AD5C30-BFB8-32B6-FA55-373B0A70F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09600"/>
            <a:ext cx="3739341" cy="1330839"/>
          </a:xfrm>
        </p:spPr>
        <p:txBody>
          <a:bodyPr>
            <a:normAutofit/>
          </a:bodyPr>
          <a:lstStyle/>
          <a:p>
            <a:r>
              <a:rPr lang="sv-SE" dirty="0"/>
              <a:t>No, </a:t>
            </a:r>
            <a:r>
              <a:rPr lang="sv-SE" dirty="0" err="1"/>
              <a:t>maybe</a:t>
            </a:r>
            <a:r>
              <a:rPr lang="sv-SE" dirty="0"/>
              <a:t> not.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EECDCA4F-1498-1B33-5356-0A94BAA4129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2366" y="2194102"/>
            <a:ext cx="3427001" cy="3908586"/>
          </a:xfrm>
        </p:spPr>
        <p:txBody>
          <a:bodyPr>
            <a:normAutofit fontScale="92500" lnSpcReduction="20000"/>
          </a:bodyPr>
          <a:lstStyle/>
          <a:p>
            <a:r>
              <a:rPr lang="sv-SE" sz="1700" dirty="0" err="1"/>
              <a:t>Agree</a:t>
            </a:r>
            <a:r>
              <a:rPr lang="sv-SE" sz="1700" dirty="0"/>
              <a:t> on a </a:t>
            </a:r>
            <a:r>
              <a:rPr lang="sv-SE" sz="1700" dirty="0" err="1"/>
              <a:t>naming</a:t>
            </a:r>
            <a:r>
              <a:rPr lang="sv-SE" sz="1700" dirty="0"/>
              <a:t> </a:t>
            </a:r>
            <a:r>
              <a:rPr lang="sv-SE" sz="1700" dirty="0" err="1"/>
              <a:t>convention</a:t>
            </a:r>
            <a:endParaRPr lang="sv-SE" sz="1700" dirty="0"/>
          </a:p>
          <a:p>
            <a:r>
              <a:rPr lang="sv-SE" sz="1700" dirty="0"/>
              <a:t>Make sure </a:t>
            </a:r>
            <a:r>
              <a:rPr lang="sv-SE" sz="1700" dirty="0" err="1"/>
              <a:t>it’s</a:t>
            </a:r>
            <a:r>
              <a:rPr lang="sv-SE" sz="1700" dirty="0"/>
              <a:t> </a:t>
            </a:r>
            <a:r>
              <a:rPr lang="sv-SE" sz="1700" dirty="0" err="1"/>
              <a:t>followed</a:t>
            </a:r>
            <a:endParaRPr lang="sv-SE" sz="1700" dirty="0"/>
          </a:p>
          <a:p>
            <a:r>
              <a:rPr lang="sv-SE" sz="1700" dirty="0" err="1"/>
              <a:t>Use</a:t>
            </a:r>
            <a:r>
              <a:rPr lang="sv-SE" sz="1700" dirty="0"/>
              <a:t> </a:t>
            </a:r>
            <a:r>
              <a:rPr lang="sv-SE" sz="1700" dirty="0" err="1"/>
              <a:t>any</a:t>
            </a:r>
            <a:r>
              <a:rPr lang="sv-SE" sz="1700" dirty="0"/>
              <a:t> </a:t>
            </a:r>
            <a:r>
              <a:rPr lang="sv-SE" sz="1700" dirty="0" err="1"/>
              <a:t>naming</a:t>
            </a:r>
            <a:r>
              <a:rPr lang="sv-SE" sz="1700" dirty="0"/>
              <a:t> </a:t>
            </a:r>
            <a:r>
              <a:rPr lang="sv-SE" sz="1700" dirty="0" err="1"/>
              <a:t>convention</a:t>
            </a:r>
            <a:r>
              <a:rPr lang="sv-SE" sz="1700" dirty="0"/>
              <a:t>. Camel-</a:t>
            </a:r>
            <a:r>
              <a:rPr lang="sv-SE" sz="1700" dirty="0" err="1"/>
              <a:t>case</a:t>
            </a:r>
            <a:r>
              <a:rPr lang="sv-SE" sz="1700" dirty="0"/>
              <a:t>, Pascal-</a:t>
            </a:r>
            <a:r>
              <a:rPr lang="sv-SE" sz="1700" dirty="0" err="1"/>
              <a:t>case</a:t>
            </a:r>
            <a:r>
              <a:rPr lang="sv-SE" sz="1700" dirty="0"/>
              <a:t>, </a:t>
            </a:r>
            <a:r>
              <a:rPr lang="sv-SE" sz="1700" dirty="0" err="1"/>
              <a:t>whatever-case</a:t>
            </a:r>
            <a:r>
              <a:rPr lang="sv-SE" sz="1700" dirty="0"/>
              <a:t>.</a:t>
            </a:r>
          </a:p>
          <a:p>
            <a:r>
              <a:rPr lang="sv-SE" sz="1700" dirty="0"/>
              <a:t>Prefix </a:t>
            </a:r>
            <a:r>
              <a:rPr lang="sv-SE" sz="1700" dirty="0" err="1"/>
              <a:t>whichever</a:t>
            </a:r>
            <a:r>
              <a:rPr lang="sv-SE" sz="1700" dirty="0"/>
              <a:t> </a:t>
            </a:r>
            <a:r>
              <a:rPr lang="sv-SE" sz="1700" dirty="0" err="1"/>
              <a:t>way</a:t>
            </a:r>
            <a:r>
              <a:rPr lang="sv-SE" sz="1700" dirty="0"/>
              <a:t> </a:t>
            </a:r>
            <a:r>
              <a:rPr lang="sv-SE" sz="1700" dirty="0" err="1"/>
              <a:t>you</a:t>
            </a:r>
            <a:r>
              <a:rPr lang="sv-SE" sz="1700" dirty="0"/>
              <a:t> </a:t>
            </a:r>
            <a:r>
              <a:rPr lang="sv-SE" sz="1700" dirty="0" err="1"/>
              <a:t>want</a:t>
            </a:r>
            <a:r>
              <a:rPr lang="sv-SE" sz="1700" dirty="0"/>
              <a:t>, </a:t>
            </a:r>
            <a:r>
              <a:rPr lang="sv-SE" sz="1700" dirty="0" err="1"/>
              <a:t>but</a:t>
            </a:r>
            <a:r>
              <a:rPr lang="sv-SE" sz="1700" dirty="0"/>
              <a:t> </a:t>
            </a:r>
            <a:r>
              <a:rPr lang="sv-SE" sz="1700" dirty="0" err="1"/>
              <a:t>follow</a:t>
            </a:r>
            <a:r>
              <a:rPr lang="sv-SE" sz="1700" dirty="0"/>
              <a:t> the </a:t>
            </a:r>
            <a:r>
              <a:rPr lang="sv-SE" sz="1700" dirty="0" err="1"/>
              <a:t>conventions</a:t>
            </a:r>
            <a:r>
              <a:rPr lang="sv-SE" sz="1700" dirty="0"/>
              <a:t> </a:t>
            </a:r>
            <a:r>
              <a:rPr lang="sv-SE" sz="1700" dirty="0" err="1"/>
              <a:t>you</a:t>
            </a:r>
            <a:r>
              <a:rPr lang="sv-SE" sz="1700" dirty="0"/>
              <a:t> </a:t>
            </a:r>
            <a:r>
              <a:rPr lang="sv-SE" sz="1700" dirty="0" err="1"/>
              <a:t>decided</a:t>
            </a:r>
            <a:r>
              <a:rPr lang="sv-SE" sz="1700" dirty="0"/>
              <a:t> </a:t>
            </a:r>
            <a:r>
              <a:rPr lang="sv-SE" sz="1700" dirty="0" err="1"/>
              <a:t>upon</a:t>
            </a:r>
            <a:r>
              <a:rPr lang="sv-SE" sz="1700" dirty="0"/>
              <a:t>.</a:t>
            </a:r>
          </a:p>
          <a:p>
            <a:pPr lvl="1"/>
            <a:r>
              <a:rPr lang="sv-SE" sz="1300" dirty="0"/>
              <a:t>(</a:t>
            </a:r>
            <a:r>
              <a:rPr lang="sv-SE" sz="1300" dirty="0" err="1"/>
              <a:t>Even</a:t>
            </a:r>
            <a:r>
              <a:rPr lang="sv-SE" sz="1300" dirty="0"/>
              <a:t> </a:t>
            </a:r>
            <a:r>
              <a:rPr lang="sv-SE" sz="1300" dirty="0" err="1"/>
              <a:t>if</a:t>
            </a:r>
            <a:r>
              <a:rPr lang="sv-SE" sz="1300" dirty="0"/>
              <a:t> </a:t>
            </a:r>
            <a:r>
              <a:rPr lang="sv-SE" sz="1300" dirty="0" err="1"/>
              <a:t>hungarian</a:t>
            </a:r>
            <a:r>
              <a:rPr lang="sv-SE" sz="1300" dirty="0"/>
              <a:t> notation hurts my </a:t>
            </a:r>
            <a:r>
              <a:rPr lang="sv-SE" sz="1300" dirty="0" err="1"/>
              <a:t>eyes</a:t>
            </a:r>
            <a:r>
              <a:rPr lang="sv-SE" sz="1300" dirty="0"/>
              <a:t>)</a:t>
            </a:r>
          </a:p>
          <a:p>
            <a:r>
              <a:rPr lang="sv-SE" sz="1700" dirty="0"/>
              <a:t>BUT NEVER EVER NAME STORED PROCEDURES </a:t>
            </a:r>
            <a:r>
              <a:rPr lang="sv-SE" sz="1700" dirty="0" err="1"/>
              <a:t>sp_procname</a:t>
            </a:r>
            <a:r>
              <a:rPr lang="sv-SE" sz="1700" dirty="0"/>
              <a:t>. </a:t>
            </a:r>
            <a:r>
              <a:rPr lang="sv-SE" sz="1700" dirty="0" err="1"/>
              <a:t>It’s</a:t>
            </a:r>
            <a:r>
              <a:rPr lang="sv-SE" sz="1700" dirty="0"/>
              <a:t> UGLY. </a:t>
            </a:r>
          </a:p>
          <a:p>
            <a:r>
              <a:rPr lang="sv-SE" sz="1700" dirty="0"/>
              <a:t>And it </a:t>
            </a:r>
            <a:r>
              <a:rPr lang="sv-SE" sz="1700" dirty="0" err="1"/>
              <a:t>will</a:t>
            </a:r>
            <a:r>
              <a:rPr lang="sv-SE" sz="1700" dirty="0"/>
              <a:t> </a:t>
            </a:r>
            <a:r>
              <a:rPr lang="sv-SE" sz="1700" dirty="0" err="1"/>
              <a:t>bite</a:t>
            </a:r>
            <a:r>
              <a:rPr lang="sv-SE" sz="1700" dirty="0"/>
              <a:t> </a:t>
            </a:r>
            <a:r>
              <a:rPr lang="sv-SE" sz="1700" dirty="0" err="1"/>
              <a:t>you</a:t>
            </a:r>
            <a:r>
              <a:rPr lang="sv-SE" sz="1700" dirty="0"/>
              <a:t>.</a:t>
            </a:r>
          </a:p>
          <a:p>
            <a:endParaRPr lang="sv-SE" sz="1700" dirty="0"/>
          </a:p>
          <a:p>
            <a:r>
              <a:rPr lang="sv-SE" sz="1700"/>
              <a:t>DEMO!!</a:t>
            </a:r>
            <a:endParaRPr lang="sv-SE" sz="1700" dirty="0"/>
          </a:p>
        </p:txBody>
      </p:sp>
      <p:pic>
        <p:nvPicPr>
          <p:cNvPr id="2050" name="Picture 2" descr="three young developers of diverse genders reviewing the naming convention for database objects they just agreed on, with a whiteboard displaying the conventions">
            <a:extLst>
              <a:ext uri="{FF2B5EF4-FFF2-40B4-BE49-F238E27FC236}">
                <a16:creationId xmlns:a16="http://schemas.microsoft.com/office/drawing/2014/main" id="{9B105F22-70F7-6962-2F0B-C34A2FFBB6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744073" y="661916"/>
            <a:ext cx="5557909" cy="55579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968600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38" dur="2000" fill="hold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2" dur="2000" fill="hold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6" presetClass="emph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6" dur="2000" fill="hold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327D73B4-9F5C-4A64-A179-51B9500CB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094D436-9639-472D-83D6-09B210D6B1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57715" y="467271"/>
            <a:ext cx="4195674" cy="2052522"/>
          </a:xfrm>
        </p:spPr>
        <p:txBody>
          <a:bodyPr anchor="b">
            <a:normAutofit/>
          </a:bodyPr>
          <a:lstStyle/>
          <a:p>
            <a:r>
              <a:rPr lang="en-GB" sz="4800" dirty="0"/>
              <a:t>Unreadable code</a:t>
            </a:r>
            <a:endParaRPr lang="LID4096" sz="4800" dirty="0"/>
          </a:p>
        </p:txBody>
      </p:sp>
      <p:sp>
        <p:nvSpPr>
          <p:cNvPr id="1033" name="Oval 1032">
            <a:extLst>
              <a:ext uri="{FF2B5EF4-FFF2-40B4-BE49-F238E27FC236}">
                <a16:creationId xmlns:a16="http://schemas.microsoft.com/office/drawing/2014/main" id="{C1F06963-6374-4B48-844F-071A9BAAAE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2965" y="554152"/>
            <a:ext cx="5742189" cy="5742189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a junior developer sweating from stress, overwhelmed by a difficult task and messy code">
            <a:extLst>
              <a:ext uri="{FF2B5EF4-FFF2-40B4-BE49-F238E27FC236}">
                <a16:creationId xmlns:a16="http://schemas.microsoft.com/office/drawing/2014/main" id="{77DB82EE-94D3-EDF0-1F48-AA473C3F8EC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-3" b="-3"/>
          <a:stretch/>
        </p:blipFill>
        <p:spPr bwMode="auto">
          <a:xfrm>
            <a:off x="505418" y="554151"/>
            <a:ext cx="5742189" cy="5742189"/>
          </a:xfrm>
          <a:custGeom>
            <a:avLst/>
            <a:gdLst/>
            <a:ahLst/>
            <a:cxnLst/>
            <a:rect l="l" t="t" r="r" b="b"/>
            <a:pathLst>
              <a:path w="1838528" h="1838528">
                <a:moveTo>
                  <a:pt x="919264" y="0"/>
                </a:moveTo>
                <a:cubicBezTo>
                  <a:pt x="1426959" y="0"/>
                  <a:pt x="1838528" y="411569"/>
                  <a:pt x="1838528" y="919264"/>
                </a:cubicBezTo>
                <a:cubicBezTo>
                  <a:pt x="1838528" y="1426959"/>
                  <a:pt x="1426959" y="1838528"/>
                  <a:pt x="919264" y="1838528"/>
                </a:cubicBezTo>
                <a:cubicBezTo>
                  <a:pt x="411569" y="1838528"/>
                  <a:pt x="0" y="1426959"/>
                  <a:pt x="0" y="919264"/>
                </a:cubicBezTo>
                <a:cubicBezTo>
                  <a:pt x="0" y="411569"/>
                  <a:pt x="411569" y="0"/>
                  <a:pt x="919264" y="0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5" name="!!plus graphic">
            <a:extLst>
              <a:ext uri="{FF2B5EF4-FFF2-40B4-BE49-F238E27FC236}">
                <a16:creationId xmlns:a16="http://schemas.microsoft.com/office/drawing/2014/main" id="{6CB927A4-E432-4310-9CD5-E89FF5063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04956" y="703679"/>
            <a:ext cx="171515" cy="171515"/>
          </a:xfrm>
          <a:custGeom>
            <a:avLst/>
            <a:gdLst>
              <a:gd name="connsiteX0" fmla="*/ 159874 w 171515"/>
              <a:gd name="connsiteY0" fmla="*/ 74116 h 171515"/>
              <a:gd name="connsiteX1" fmla="*/ 97399 w 171515"/>
              <a:gd name="connsiteY1" fmla="*/ 74116 h 171515"/>
              <a:gd name="connsiteX2" fmla="*/ 97399 w 171515"/>
              <a:gd name="connsiteY2" fmla="*/ 11641 h 171515"/>
              <a:gd name="connsiteX3" fmla="*/ 85758 w 171515"/>
              <a:gd name="connsiteY3" fmla="*/ 0 h 171515"/>
              <a:gd name="connsiteX4" fmla="*/ 74116 w 171515"/>
              <a:gd name="connsiteY4" fmla="*/ 11641 h 171515"/>
              <a:gd name="connsiteX5" fmla="*/ 74116 w 171515"/>
              <a:gd name="connsiteY5" fmla="*/ 74116 h 171515"/>
              <a:gd name="connsiteX6" fmla="*/ 11641 w 171515"/>
              <a:gd name="connsiteY6" fmla="*/ 74116 h 171515"/>
              <a:gd name="connsiteX7" fmla="*/ 0 w 171515"/>
              <a:gd name="connsiteY7" fmla="*/ 85758 h 171515"/>
              <a:gd name="connsiteX8" fmla="*/ 11641 w 171515"/>
              <a:gd name="connsiteY8" fmla="*/ 97399 h 171515"/>
              <a:gd name="connsiteX9" fmla="*/ 74116 w 171515"/>
              <a:gd name="connsiteY9" fmla="*/ 97399 h 171515"/>
              <a:gd name="connsiteX10" fmla="*/ 74116 w 171515"/>
              <a:gd name="connsiteY10" fmla="*/ 159874 h 171515"/>
              <a:gd name="connsiteX11" fmla="*/ 85758 w 171515"/>
              <a:gd name="connsiteY11" fmla="*/ 171515 h 171515"/>
              <a:gd name="connsiteX12" fmla="*/ 97399 w 171515"/>
              <a:gd name="connsiteY12" fmla="*/ 159874 h 171515"/>
              <a:gd name="connsiteX13" fmla="*/ 97399 w 171515"/>
              <a:gd name="connsiteY13" fmla="*/ 97399 h 171515"/>
              <a:gd name="connsiteX14" fmla="*/ 159874 w 171515"/>
              <a:gd name="connsiteY14" fmla="*/ 97399 h 171515"/>
              <a:gd name="connsiteX15" fmla="*/ 171515 w 171515"/>
              <a:gd name="connsiteY15" fmla="*/ 85758 h 171515"/>
              <a:gd name="connsiteX16" fmla="*/ 159874 w 171515"/>
              <a:gd name="connsiteY16" fmla="*/ 74116 h 1715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71515" h="171515">
                <a:moveTo>
                  <a:pt x="159874" y="74116"/>
                </a:moveTo>
                <a:lnTo>
                  <a:pt x="97399" y="74116"/>
                </a:lnTo>
                <a:lnTo>
                  <a:pt x="97399" y="11641"/>
                </a:lnTo>
                <a:cubicBezTo>
                  <a:pt x="97399" y="5212"/>
                  <a:pt x="92187" y="0"/>
                  <a:pt x="85758" y="0"/>
                </a:cubicBezTo>
                <a:cubicBezTo>
                  <a:pt x="79328" y="0"/>
                  <a:pt x="74116" y="5212"/>
                  <a:pt x="74116" y="11641"/>
                </a:cubicBezTo>
                <a:lnTo>
                  <a:pt x="74116" y="74116"/>
                </a:lnTo>
                <a:lnTo>
                  <a:pt x="11641" y="74116"/>
                </a:lnTo>
                <a:cubicBezTo>
                  <a:pt x="5212" y="74116"/>
                  <a:pt x="0" y="79328"/>
                  <a:pt x="0" y="85758"/>
                </a:cubicBezTo>
                <a:cubicBezTo>
                  <a:pt x="0" y="92187"/>
                  <a:pt x="5212" y="97399"/>
                  <a:pt x="11641" y="97399"/>
                </a:cubicBezTo>
                <a:lnTo>
                  <a:pt x="74116" y="97399"/>
                </a:lnTo>
                <a:lnTo>
                  <a:pt x="74116" y="159874"/>
                </a:lnTo>
                <a:cubicBezTo>
                  <a:pt x="74116" y="166303"/>
                  <a:pt x="79328" y="171515"/>
                  <a:pt x="85758" y="171515"/>
                </a:cubicBezTo>
                <a:cubicBezTo>
                  <a:pt x="92187" y="171515"/>
                  <a:pt x="97399" y="166303"/>
                  <a:pt x="97399" y="159874"/>
                </a:cubicBezTo>
                <a:lnTo>
                  <a:pt x="97399" y="97399"/>
                </a:lnTo>
                <a:lnTo>
                  <a:pt x="159874" y="97399"/>
                </a:lnTo>
                <a:cubicBezTo>
                  <a:pt x="166303" y="97399"/>
                  <a:pt x="171515" y="92187"/>
                  <a:pt x="171515" y="85758"/>
                </a:cubicBezTo>
                <a:cubicBezTo>
                  <a:pt x="171515" y="79328"/>
                  <a:pt x="166303" y="74116"/>
                  <a:pt x="159874" y="74116"/>
                </a:cubicBezTo>
                <a:close/>
              </a:path>
            </a:pathLst>
          </a:custGeom>
          <a:solidFill>
            <a:schemeClr val="accent1"/>
          </a:solidFill>
          <a:ln w="77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1037" name="!!circle graphic">
            <a:extLst>
              <a:ext uri="{FF2B5EF4-FFF2-40B4-BE49-F238E27FC236}">
                <a16:creationId xmlns:a16="http://schemas.microsoft.com/office/drawing/2014/main" id="{1453BF6C-B012-48B7-B4E8-6D7AC7C27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22753" y="1562696"/>
            <a:ext cx="157545" cy="157545"/>
          </a:xfrm>
          <a:custGeom>
            <a:avLst/>
            <a:gdLst>
              <a:gd name="connsiteX0" fmla="*/ 78773 w 157545"/>
              <a:gd name="connsiteY0" fmla="*/ 23283 h 157545"/>
              <a:gd name="connsiteX1" fmla="*/ 134262 w 157545"/>
              <a:gd name="connsiteY1" fmla="*/ 78773 h 157545"/>
              <a:gd name="connsiteX2" fmla="*/ 78773 w 157545"/>
              <a:gd name="connsiteY2" fmla="*/ 134262 h 157545"/>
              <a:gd name="connsiteX3" fmla="*/ 23283 w 157545"/>
              <a:gd name="connsiteY3" fmla="*/ 78773 h 157545"/>
              <a:gd name="connsiteX4" fmla="*/ 78773 w 157545"/>
              <a:gd name="connsiteY4" fmla="*/ 23283 h 157545"/>
              <a:gd name="connsiteX5" fmla="*/ 78773 w 157545"/>
              <a:gd name="connsiteY5" fmla="*/ 0 h 157545"/>
              <a:gd name="connsiteX6" fmla="*/ 0 w 157545"/>
              <a:gd name="connsiteY6" fmla="*/ 78773 h 157545"/>
              <a:gd name="connsiteX7" fmla="*/ 78773 w 157545"/>
              <a:gd name="connsiteY7" fmla="*/ 157545 h 157545"/>
              <a:gd name="connsiteX8" fmla="*/ 157545 w 157545"/>
              <a:gd name="connsiteY8" fmla="*/ 78773 h 157545"/>
              <a:gd name="connsiteX9" fmla="*/ 78773 w 157545"/>
              <a:gd name="connsiteY9" fmla="*/ 0 h 1575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57545" h="157545">
                <a:moveTo>
                  <a:pt x="78773" y="23283"/>
                </a:moveTo>
                <a:cubicBezTo>
                  <a:pt x="109419" y="23283"/>
                  <a:pt x="134262" y="48126"/>
                  <a:pt x="134262" y="78773"/>
                </a:cubicBezTo>
                <a:cubicBezTo>
                  <a:pt x="134262" y="109419"/>
                  <a:pt x="109419" y="134262"/>
                  <a:pt x="78773" y="134262"/>
                </a:cubicBezTo>
                <a:cubicBezTo>
                  <a:pt x="48126" y="134262"/>
                  <a:pt x="23283" y="109419"/>
                  <a:pt x="23283" y="78773"/>
                </a:cubicBezTo>
                <a:cubicBezTo>
                  <a:pt x="23312" y="48139"/>
                  <a:pt x="48139" y="23312"/>
                  <a:pt x="78773" y="23283"/>
                </a:cubicBezTo>
                <a:moveTo>
                  <a:pt x="78773" y="0"/>
                </a:moveTo>
                <a:cubicBezTo>
                  <a:pt x="35268" y="0"/>
                  <a:pt x="0" y="35268"/>
                  <a:pt x="0" y="78773"/>
                </a:cubicBezTo>
                <a:cubicBezTo>
                  <a:pt x="0" y="122277"/>
                  <a:pt x="35268" y="157545"/>
                  <a:pt x="78773" y="157545"/>
                </a:cubicBezTo>
                <a:cubicBezTo>
                  <a:pt x="122277" y="157545"/>
                  <a:pt x="157545" y="122277"/>
                  <a:pt x="157545" y="78773"/>
                </a:cubicBezTo>
                <a:cubicBezTo>
                  <a:pt x="157545" y="35268"/>
                  <a:pt x="122277" y="0"/>
                  <a:pt x="78773" y="0"/>
                </a:cubicBezTo>
                <a:close/>
              </a:path>
            </a:pathLst>
          </a:custGeom>
          <a:solidFill>
            <a:schemeClr val="accent1"/>
          </a:solidFill>
          <a:ln w="751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D5BC9B-95CD-AA02-A623-055E8329A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57715" y="2990818"/>
            <a:ext cx="4195673" cy="2913872"/>
          </a:xfrm>
        </p:spPr>
        <p:txBody>
          <a:bodyPr anchor="t">
            <a:normAutofit lnSpcReduction="10000"/>
          </a:bodyPr>
          <a:lstStyle/>
          <a:p>
            <a:r>
              <a:rPr lang="en-GB" sz="2000" dirty="0">
                <a:solidFill>
                  <a:schemeClr val="tx1">
                    <a:alpha val="80000"/>
                  </a:schemeClr>
                </a:solidFill>
              </a:rPr>
              <a:t>Nested IF’s and ELSE</a:t>
            </a:r>
          </a:p>
          <a:p>
            <a:r>
              <a:rPr lang="en-GB" sz="2000" dirty="0">
                <a:solidFill>
                  <a:schemeClr val="tx1">
                    <a:alpha val="80000"/>
                  </a:schemeClr>
                </a:solidFill>
              </a:rPr>
              <a:t>Code that is no longer in use: Comment it out, so that the stored procedures are all 1.000 lines of comments and 50 lines of actual code.</a:t>
            </a:r>
          </a:p>
          <a:p>
            <a:r>
              <a:rPr lang="en-GB" sz="2000" dirty="0">
                <a:solidFill>
                  <a:schemeClr val="tx1">
                    <a:alpha val="80000"/>
                  </a:schemeClr>
                </a:solidFill>
              </a:rPr>
              <a:t>It takes time to come up with good names for local variables and temporary objects: Use @p1, @myLocalVariable and #tmp</a:t>
            </a:r>
            <a:endParaRPr lang="LID4096" sz="2000" dirty="0">
              <a:solidFill>
                <a:schemeClr val="tx1">
                  <a:alpha val="80000"/>
                </a:schemeClr>
              </a:solidFill>
            </a:endParaRPr>
          </a:p>
        </p:txBody>
      </p:sp>
      <p:sp>
        <p:nvSpPr>
          <p:cNvPr id="1039" name="!!dot graphic">
            <a:extLst>
              <a:ext uri="{FF2B5EF4-FFF2-40B4-BE49-F238E27FC236}">
                <a16:creationId xmlns:a16="http://schemas.microsoft.com/office/drawing/2014/main" id="{E3020543-B24B-4EC4-8FFC-8DD88EEA91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54149" y="5775082"/>
            <a:ext cx="112426" cy="112426"/>
          </a:xfrm>
          <a:custGeom>
            <a:avLst/>
            <a:gdLst>
              <a:gd name="connsiteX0" fmla="*/ 112426 w 112426"/>
              <a:gd name="connsiteY0" fmla="*/ 56213 h 112426"/>
              <a:gd name="connsiteX1" fmla="*/ 56213 w 112426"/>
              <a:gd name="connsiteY1" fmla="*/ 112426 h 112426"/>
              <a:gd name="connsiteX2" fmla="*/ 0 w 112426"/>
              <a:gd name="connsiteY2" fmla="*/ 56213 h 112426"/>
              <a:gd name="connsiteX3" fmla="*/ 56213 w 112426"/>
              <a:gd name="connsiteY3" fmla="*/ 0 h 112426"/>
              <a:gd name="connsiteX4" fmla="*/ 112426 w 112426"/>
              <a:gd name="connsiteY4" fmla="*/ 56213 h 1124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2426" h="112426">
                <a:moveTo>
                  <a:pt x="112426" y="56213"/>
                </a:moveTo>
                <a:cubicBezTo>
                  <a:pt x="112426" y="87259"/>
                  <a:pt x="87259" y="112426"/>
                  <a:pt x="56213" y="112426"/>
                </a:cubicBezTo>
                <a:cubicBezTo>
                  <a:pt x="25167" y="112426"/>
                  <a:pt x="0" y="87259"/>
                  <a:pt x="0" y="56213"/>
                </a:cubicBezTo>
                <a:cubicBezTo>
                  <a:pt x="0" y="25167"/>
                  <a:pt x="25167" y="0"/>
                  <a:pt x="56213" y="0"/>
                </a:cubicBezTo>
                <a:cubicBezTo>
                  <a:pt x="87259" y="0"/>
                  <a:pt x="112426" y="25167"/>
                  <a:pt x="112426" y="56213"/>
                </a:cubicBezTo>
                <a:close/>
              </a:path>
            </a:pathLst>
          </a:custGeom>
          <a:solidFill>
            <a:schemeClr val="accent1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cxnSp>
        <p:nvCxnSpPr>
          <p:cNvPr id="1041" name="!!Straight Connector">
            <a:extLst>
              <a:ext uri="{FF2B5EF4-FFF2-40B4-BE49-F238E27FC236}">
                <a16:creationId xmlns:a16="http://schemas.microsoft.com/office/drawing/2014/main" id="{C49DA8F6-BCC1-4447-B54C-57856834B9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586162" y="3619272"/>
            <a:ext cx="0" cy="3238728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19014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5" name="Rectangle 2054">
            <a:extLst>
              <a:ext uri="{FF2B5EF4-FFF2-40B4-BE49-F238E27FC236}">
                <a16:creationId xmlns:a16="http://schemas.microsoft.com/office/drawing/2014/main" id="{E8A8EAB8-D2FF-444D-B34B-7D32F106A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719F51-501E-F679-183E-B4F929F5D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48721"/>
            <a:ext cx="4707671" cy="1225650"/>
          </a:xfrm>
        </p:spPr>
        <p:txBody>
          <a:bodyPr anchor="b">
            <a:normAutofit/>
          </a:bodyPr>
          <a:lstStyle/>
          <a:p>
            <a:r>
              <a:rPr lang="en-GB" sz="3800">
                <a:solidFill>
                  <a:schemeClr val="bg1"/>
                </a:solidFill>
              </a:rPr>
              <a:t>There once was a young(ish) developer</a:t>
            </a:r>
            <a:endParaRPr lang="LID4096" sz="3800">
              <a:solidFill>
                <a:schemeClr val="bg1"/>
              </a:solidFill>
            </a:endParaRPr>
          </a:p>
        </p:txBody>
      </p:sp>
      <p:cxnSp>
        <p:nvCxnSpPr>
          <p:cNvPr id="2057" name="Straight Connector 2056">
            <a:extLst>
              <a:ext uri="{FF2B5EF4-FFF2-40B4-BE49-F238E27FC236}">
                <a16:creationId xmlns:a16="http://schemas.microsoft.com/office/drawing/2014/main" id="{EEA38897-7BA3-4408-8083-3235339C4A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1873" y="1749756"/>
            <a:ext cx="4718304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BFB868-47A5-D19E-94C4-D72C1D3F0B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7769" y="1909192"/>
            <a:ext cx="4586513" cy="3647710"/>
          </a:xfrm>
        </p:spPr>
        <p:txBody>
          <a:bodyPr>
            <a:norm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Who all of a sudden found out he’s also the DBA.</a:t>
            </a:r>
          </a:p>
          <a:p>
            <a:r>
              <a:rPr lang="en-GB" sz="2000" dirty="0">
                <a:solidFill>
                  <a:schemeClr val="bg1"/>
                </a:solidFill>
              </a:rPr>
              <a:t>The only DBA</a:t>
            </a:r>
            <a:endParaRPr lang="LID4096" sz="2000" dirty="0">
              <a:solidFill>
                <a:schemeClr val="bg1"/>
              </a:solidFill>
            </a:endParaRPr>
          </a:p>
        </p:txBody>
      </p:sp>
      <p:cxnSp>
        <p:nvCxnSpPr>
          <p:cNvPr id="2059" name="Straight Connector 2058">
            <a:extLst>
              <a:ext uri="{FF2B5EF4-FFF2-40B4-BE49-F238E27FC236}">
                <a16:creationId xmlns:a16="http://schemas.microsoft.com/office/drawing/2014/main" id="{F11AD06B-AB20-4097-8606-5DA00DBACE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834027" y="5707672"/>
            <a:ext cx="4713997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a young senior DBA in total control with a messy server room behind him">
            <a:extLst>
              <a:ext uri="{FF2B5EF4-FFF2-40B4-BE49-F238E27FC236}">
                <a16:creationId xmlns:a16="http://schemas.microsoft.com/office/drawing/2014/main" id="{3DD0B9BF-766F-D339-5F7B-AC988A6838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25453" y="595726"/>
            <a:ext cx="5666547" cy="56665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31039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3A7E4FF-D84B-1C7F-72E0-AA15C3C98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en-GB" sz="4200"/>
              <a:t>Don’t let your databases grow out of control</a:t>
            </a:r>
            <a:endParaRPr lang="LID4096" sz="4200"/>
          </a:p>
        </p:txBody>
      </p:sp>
      <p:sp>
        <p:nvSpPr>
          <p:cNvPr id="1033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D1320-0D6D-B1FF-B8E1-47C9C66295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/>
          </a:bodyPr>
          <a:lstStyle/>
          <a:p>
            <a:r>
              <a:rPr lang="en-GB" sz="2200" dirty="0"/>
              <a:t>Free space in files = evil, right?</a:t>
            </a:r>
          </a:p>
          <a:p>
            <a:r>
              <a:rPr lang="en-GB" sz="2200" dirty="0"/>
              <a:t>Let’s use </a:t>
            </a:r>
            <a:r>
              <a:rPr lang="en-GB" sz="2200" dirty="0" err="1"/>
              <a:t>autoshrink</a:t>
            </a:r>
            <a:endParaRPr lang="en-GB" sz="2200" dirty="0"/>
          </a:p>
          <a:p>
            <a:r>
              <a:rPr lang="en-GB" sz="2200" dirty="0"/>
              <a:t>Or at least shrink them manually once per day..</a:t>
            </a:r>
          </a:p>
          <a:p>
            <a:r>
              <a:rPr lang="en-GB" sz="2200" dirty="0"/>
              <a:t>Index maintenance tends to grow the transaction log file. SHRINK IT IMMEDIATELY AFTER</a:t>
            </a:r>
          </a:p>
          <a:p>
            <a:r>
              <a:rPr lang="en-GB" sz="900" dirty="0"/>
              <a:t>You do know I’m kidding, right?</a:t>
            </a:r>
            <a:endParaRPr lang="LID4096" sz="9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E5EA77-0E73-55CA-AA4D-3DDC63D538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3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744483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A7E4FF-D84B-1C7F-72E0-AA15C3C98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 fontScale="90000"/>
          </a:bodyPr>
          <a:lstStyle/>
          <a:p>
            <a:r>
              <a:rPr lang="en-GB" sz="4200" dirty="0"/>
              <a:t>Some shrink actions you should take on a regular basis</a:t>
            </a:r>
            <a:endParaRPr lang="LID4096" sz="42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1D1320-0D6D-B1FF-B8E1-47C9C66295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 fontScale="77500" lnSpcReduction="20000"/>
          </a:bodyPr>
          <a:lstStyle/>
          <a:p>
            <a:r>
              <a:rPr lang="en-GB" sz="2200" dirty="0"/>
              <a:t>Don’t shrink the database.</a:t>
            </a:r>
          </a:p>
          <a:p>
            <a:r>
              <a:rPr lang="en-GB" sz="2200" dirty="0"/>
              <a:t>Don’t shrink the logfile.</a:t>
            </a:r>
          </a:p>
          <a:p>
            <a:r>
              <a:rPr lang="en-GB" sz="2200" dirty="0"/>
              <a:t>Don’t even think about shrinking your </a:t>
            </a:r>
            <a:r>
              <a:rPr lang="en-GB" sz="2200" dirty="0" err="1"/>
              <a:t>tempdb</a:t>
            </a:r>
            <a:r>
              <a:rPr lang="en-GB" sz="2200" dirty="0"/>
              <a:t>.</a:t>
            </a:r>
          </a:p>
          <a:p>
            <a:r>
              <a:rPr lang="en-GB" sz="2200" dirty="0"/>
              <a:t>If you purge last year’s data from the database and see a lot of free space: DO NOTHING AT ALL, DON’T TOUCH, LEAVE IT BE!</a:t>
            </a:r>
          </a:p>
          <a:p>
            <a:r>
              <a:rPr lang="en-GB" sz="2200" dirty="0"/>
              <a:t>If your storage admin tells you the databases consume A LOT of disk, these are some proper responses:</a:t>
            </a:r>
          </a:p>
          <a:p>
            <a:pPr lvl="1"/>
            <a:r>
              <a:rPr lang="en-GB" sz="1800" dirty="0"/>
              <a:t>Uh, yeah? What about it?</a:t>
            </a:r>
          </a:p>
          <a:p>
            <a:pPr lvl="1"/>
            <a:r>
              <a:rPr lang="en-GB" sz="1800" dirty="0"/>
              <a:t>Yes, so you probably need to make sure we have more disk to allocate from our SAN.</a:t>
            </a:r>
            <a:endParaRPr lang="LID4096" sz="18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E5EA77-0E73-55CA-AA4D-3DDC63D538D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3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4B3545C1-02A3-D5CF-2E86-0D2645A5A42F}"/>
              </a:ext>
            </a:extLst>
          </p:cNvPr>
          <p:cNvCxnSpPr>
            <a:cxnSpLocks/>
          </p:cNvCxnSpPr>
          <p:nvPr/>
        </p:nvCxnSpPr>
        <p:spPr>
          <a:xfrm>
            <a:off x="6468762" y="0"/>
            <a:ext cx="5723238" cy="685800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C2BCACAD-D7C4-67B5-F052-0296E337DCDF}"/>
              </a:ext>
            </a:extLst>
          </p:cNvPr>
          <p:cNvCxnSpPr>
            <a:cxnSpLocks/>
          </p:cNvCxnSpPr>
          <p:nvPr/>
        </p:nvCxnSpPr>
        <p:spPr>
          <a:xfrm flipH="1">
            <a:off x="5902908" y="0"/>
            <a:ext cx="6287569" cy="6857990"/>
          </a:xfrm>
          <a:prstGeom prst="line">
            <a:avLst/>
          </a:prstGeom>
          <a:ln w="76200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4857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0" name="Rectangle 1039">
            <a:extLst>
              <a:ext uri="{FF2B5EF4-FFF2-40B4-BE49-F238E27FC236}">
                <a16:creationId xmlns:a16="http://schemas.microsoft.com/office/drawing/2014/main" id="{F13C74B1-5B17-4795-BED0-7140497B44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5FB92DFE-CBAD-B81E-0B3F-297635599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sv-SE" sz="5000"/>
              <a:t>Taking backups is pretty cool.</a:t>
            </a:r>
          </a:p>
        </p:txBody>
      </p:sp>
      <p:sp>
        <p:nvSpPr>
          <p:cNvPr id="1042" name="sketchy line">
            <a:extLst>
              <a:ext uri="{FF2B5EF4-FFF2-40B4-BE49-F238E27FC236}">
                <a16:creationId xmlns:a16="http://schemas.microsoft.com/office/drawing/2014/main" id="{D4974D33-8DC5-464E-8C6D-BE58F0669C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0080" y="2586994"/>
            <a:ext cx="3474720" cy="18288"/>
          </a:xfrm>
          <a:custGeom>
            <a:avLst/>
            <a:gdLst>
              <a:gd name="connsiteX0" fmla="*/ 0 w 3474720"/>
              <a:gd name="connsiteY0" fmla="*/ 0 h 18288"/>
              <a:gd name="connsiteX1" fmla="*/ 694944 w 3474720"/>
              <a:gd name="connsiteY1" fmla="*/ 0 h 18288"/>
              <a:gd name="connsiteX2" fmla="*/ 1355141 w 3474720"/>
              <a:gd name="connsiteY2" fmla="*/ 0 h 18288"/>
              <a:gd name="connsiteX3" fmla="*/ 2015338 w 3474720"/>
              <a:gd name="connsiteY3" fmla="*/ 0 h 18288"/>
              <a:gd name="connsiteX4" fmla="*/ 2779776 w 3474720"/>
              <a:gd name="connsiteY4" fmla="*/ 0 h 18288"/>
              <a:gd name="connsiteX5" fmla="*/ 3474720 w 3474720"/>
              <a:gd name="connsiteY5" fmla="*/ 0 h 18288"/>
              <a:gd name="connsiteX6" fmla="*/ 3474720 w 3474720"/>
              <a:gd name="connsiteY6" fmla="*/ 18288 h 18288"/>
              <a:gd name="connsiteX7" fmla="*/ 2779776 w 3474720"/>
              <a:gd name="connsiteY7" fmla="*/ 18288 h 18288"/>
              <a:gd name="connsiteX8" fmla="*/ 2189074 w 3474720"/>
              <a:gd name="connsiteY8" fmla="*/ 18288 h 18288"/>
              <a:gd name="connsiteX9" fmla="*/ 1528877 w 3474720"/>
              <a:gd name="connsiteY9" fmla="*/ 18288 h 18288"/>
              <a:gd name="connsiteX10" fmla="*/ 868680 w 3474720"/>
              <a:gd name="connsiteY10" fmla="*/ 18288 h 18288"/>
              <a:gd name="connsiteX11" fmla="*/ 0 w 3474720"/>
              <a:gd name="connsiteY11" fmla="*/ 18288 h 18288"/>
              <a:gd name="connsiteX12" fmla="*/ 0 w 3474720"/>
              <a:gd name="connsiteY12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474720" h="18288" fill="none" extrusionOk="0">
                <a:moveTo>
                  <a:pt x="0" y="0"/>
                </a:moveTo>
                <a:cubicBezTo>
                  <a:pt x="224454" y="-14544"/>
                  <a:pt x="495407" y="26540"/>
                  <a:pt x="694944" y="0"/>
                </a:cubicBezTo>
                <a:cubicBezTo>
                  <a:pt x="894481" y="-26540"/>
                  <a:pt x="1130063" y="24713"/>
                  <a:pt x="1355141" y="0"/>
                </a:cubicBezTo>
                <a:cubicBezTo>
                  <a:pt x="1580219" y="-24713"/>
                  <a:pt x="1820099" y="26695"/>
                  <a:pt x="2015338" y="0"/>
                </a:cubicBezTo>
                <a:cubicBezTo>
                  <a:pt x="2210577" y="-26695"/>
                  <a:pt x="2402045" y="165"/>
                  <a:pt x="2779776" y="0"/>
                </a:cubicBezTo>
                <a:cubicBezTo>
                  <a:pt x="3157507" y="-165"/>
                  <a:pt x="3286859" y="-15571"/>
                  <a:pt x="3474720" y="0"/>
                </a:cubicBezTo>
                <a:cubicBezTo>
                  <a:pt x="3474286" y="7551"/>
                  <a:pt x="3474253" y="9822"/>
                  <a:pt x="3474720" y="18288"/>
                </a:cubicBezTo>
                <a:cubicBezTo>
                  <a:pt x="3233904" y="29845"/>
                  <a:pt x="2945134" y="-5256"/>
                  <a:pt x="2779776" y="18288"/>
                </a:cubicBezTo>
                <a:cubicBezTo>
                  <a:pt x="2614418" y="41832"/>
                  <a:pt x="2339768" y="22709"/>
                  <a:pt x="2189074" y="18288"/>
                </a:cubicBezTo>
                <a:cubicBezTo>
                  <a:pt x="2038380" y="13867"/>
                  <a:pt x="1817434" y="-4947"/>
                  <a:pt x="1528877" y="18288"/>
                </a:cubicBezTo>
                <a:cubicBezTo>
                  <a:pt x="1240320" y="41523"/>
                  <a:pt x="1042447" y="37198"/>
                  <a:pt x="868680" y="18288"/>
                </a:cubicBezTo>
                <a:cubicBezTo>
                  <a:pt x="694913" y="-622"/>
                  <a:pt x="233232" y="44909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474720" h="18288" stroke="0" extrusionOk="0">
                <a:moveTo>
                  <a:pt x="0" y="0"/>
                </a:moveTo>
                <a:cubicBezTo>
                  <a:pt x="202328" y="-14716"/>
                  <a:pt x="332722" y="-11499"/>
                  <a:pt x="625450" y="0"/>
                </a:cubicBezTo>
                <a:cubicBezTo>
                  <a:pt x="918178" y="11499"/>
                  <a:pt x="1096688" y="5123"/>
                  <a:pt x="1389888" y="0"/>
                </a:cubicBezTo>
                <a:cubicBezTo>
                  <a:pt x="1683088" y="-5123"/>
                  <a:pt x="1835981" y="-14038"/>
                  <a:pt x="1980590" y="0"/>
                </a:cubicBezTo>
                <a:cubicBezTo>
                  <a:pt x="2125199" y="14038"/>
                  <a:pt x="2396099" y="-7203"/>
                  <a:pt x="2571293" y="0"/>
                </a:cubicBezTo>
                <a:cubicBezTo>
                  <a:pt x="2746487" y="7203"/>
                  <a:pt x="3041609" y="-12036"/>
                  <a:pt x="3474720" y="0"/>
                </a:cubicBezTo>
                <a:cubicBezTo>
                  <a:pt x="3474638" y="4406"/>
                  <a:pt x="3474631" y="9982"/>
                  <a:pt x="3474720" y="18288"/>
                </a:cubicBezTo>
                <a:cubicBezTo>
                  <a:pt x="3324873" y="21876"/>
                  <a:pt x="3136771" y="12587"/>
                  <a:pt x="2814523" y="18288"/>
                </a:cubicBezTo>
                <a:cubicBezTo>
                  <a:pt x="2492275" y="23989"/>
                  <a:pt x="2294402" y="47111"/>
                  <a:pt x="2154326" y="18288"/>
                </a:cubicBezTo>
                <a:cubicBezTo>
                  <a:pt x="2014250" y="-10535"/>
                  <a:pt x="1820317" y="33903"/>
                  <a:pt x="1494130" y="18288"/>
                </a:cubicBezTo>
                <a:cubicBezTo>
                  <a:pt x="1167943" y="2673"/>
                  <a:pt x="948432" y="14868"/>
                  <a:pt x="729691" y="18288"/>
                </a:cubicBezTo>
                <a:cubicBezTo>
                  <a:pt x="510950" y="21708"/>
                  <a:pt x="264032" y="24354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445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42DDA1D0-D19C-C73B-AD74-7031964DA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872899"/>
            <a:ext cx="4243589" cy="3320668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sv-SE" sz="2200" dirty="0" err="1"/>
              <a:t>Being</a:t>
            </a:r>
            <a:r>
              <a:rPr lang="sv-SE" sz="2200" dirty="0"/>
              <a:t> </a:t>
            </a:r>
            <a:r>
              <a:rPr lang="sv-SE" sz="2200" dirty="0" err="1"/>
              <a:t>able</a:t>
            </a:r>
            <a:r>
              <a:rPr lang="sv-SE" sz="2200" dirty="0"/>
              <a:t> to </a:t>
            </a:r>
            <a:r>
              <a:rPr lang="sv-SE" sz="2200" dirty="0" err="1"/>
              <a:t>restore</a:t>
            </a:r>
            <a:r>
              <a:rPr lang="sv-SE" sz="2200" dirty="0"/>
              <a:t> backups is </a:t>
            </a:r>
            <a:r>
              <a:rPr lang="sv-SE" sz="2200" dirty="0" err="1"/>
              <a:t>way</a:t>
            </a:r>
            <a:r>
              <a:rPr lang="sv-SE" sz="2200" dirty="0"/>
              <a:t> </a:t>
            </a:r>
            <a:r>
              <a:rPr lang="sv-SE" sz="2200" dirty="0" err="1"/>
              <a:t>cooler</a:t>
            </a:r>
            <a:r>
              <a:rPr lang="sv-SE" sz="2200" dirty="0"/>
              <a:t>.</a:t>
            </a:r>
          </a:p>
          <a:p>
            <a:pPr marL="0" indent="0">
              <a:buNone/>
            </a:pPr>
            <a:endParaRPr lang="sv-SE" sz="2200" dirty="0"/>
          </a:p>
          <a:p>
            <a:pPr>
              <a:buFontTx/>
              <a:buChar char="-"/>
            </a:pPr>
            <a:r>
              <a:rPr lang="sv-SE" sz="2200" dirty="0"/>
              <a:t>The backup </a:t>
            </a:r>
            <a:r>
              <a:rPr lang="sv-SE" sz="2200" dirty="0" err="1"/>
              <a:t>job</a:t>
            </a:r>
            <a:r>
              <a:rPr lang="sv-SE" sz="2200" dirty="0"/>
              <a:t> </a:t>
            </a:r>
            <a:r>
              <a:rPr lang="sv-SE" sz="2200" dirty="0" err="1"/>
              <a:t>finished</a:t>
            </a:r>
            <a:r>
              <a:rPr lang="sv-SE" sz="2200" dirty="0"/>
              <a:t> </a:t>
            </a:r>
            <a:r>
              <a:rPr lang="sv-SE" sz="2200" dirty="0" err="1"/>
              <a:t>successfully</a:t>
            </a:r>
            <a:r>
              <a:rPr lang="sv-SE" sz="2200" dirty="0"/>
              <a:t>. </a:t>
            </a:r>
            <a:r>
              <a:rPr lang="sv-SE" sz="2200" dirty="0" err="1"/>
              <a:t>Did</a:t>
            </a:r>
            <a:r>
              <a:rPr lang="sv-SE" sz="2200" dirty="0"/>
              <a:t> it do </a:t>
            </a:r>
            <a:r>
              <a:rPr lang="sv-SE" sz="2200" dirty="0" err="1"/>
              <a:t>anything</a:t>
            </a:r>
            <a:r>
              <a:rPr lang="sv-SE" sz="2200" dirty="0"/>
              <a:t>?</a:t>
            </a:r>
          </a:p>
          <a:p>
            <a:pPr>
              <a:buFontTx/>
              <a:buChar char="-"/>
            </a:pPr>
            <a:r>
              <a:rPr lang="sv-SE" sz="2200" dirty="0" err="1"/>
              <a:t>Where</a:t>
            </a:r>
            <a:r>
              <a:rPr lang="sv-SE" sz="2200" dirty="0"/>
              <a:t> do </a:t>
            </a:r>
            <a:r>
              <a:rPr lang="sv-SE" sz="2200" dirty="0" err="1"/>
              <a:t>you</a:t>
            </a:r>
            <a:r>
              <a:rPr lang="sv-SE" sz="2200" dirty="0"/>
              <a:t> store backups?</a:t>
            </a:r>
          </a:p>
          <a:p>
            <a:pPr>
              <a:buFontTx/>
              <a:buChar char="-"/>
            </a:pPr>
            <a:r>
              <a:rPr lang="sv-SE" sz="2200" dirty="0" err="1"/>
              <a:t>Where</a:t>
            </a:r>
            <a:r>
              <a:rPr lang="sv-SE" sz="2200" dirty="0"/>
              <a:t> do </a:t>
            </a:r>
            <a:r>
              <a:rPr lang="sv-SE" sz="2200" dirty="0" err="1"/>
              <a:t>you</a:t>
            </a:r>
            <a:r>
              <a:rPr lang="sv-SE" sz="2200" dirty="0"/>
              <a:t> test backups?</a:t>
            </a:r>
          </a:p>
          <a:p>
            <a:pPr lvl="1">
              <a:buFontTx/>
              <a:buChar char="-"/>
            </a:pPr>
            <a:r>
              <a:rPr lang="sv-SE" sz="2200" dirty="0" err="1"/>
              <a:t>Yes</a:t>
            </a:r>
            <a:r>
              <a:rPr lang="sv-SE" sz="2200" dirty="0"/>
              <a:t>. </a:t>
            </a:r>
            <a:r>
              <a:rPr lang="sv-SE" sz="2200" dirty="0" err="1"/>
              <a:t>That’s</a:t>
            </a:r>
            <a:r>
              <a:rPr lang="sv-SE" sz="2200" dirty="0"/>
              <a:t> a </a:t>
            </a:r>
            <a:r>
              <a:rPr lang="sv-SE" sz="2200" dirty="0" err="1"/>
              <a:t>thing</a:t>
            </a:r>
            <a:r>
              <a:rPr lang="sv-SE" sz="2200" dirty="0"/>
              <a:t>. It </a:t>
            </a:r>
            <a:r>
              <a:rPr lang="sv-SE" sz="2200" dirty="0" err="1"/>
              <a:t>really</a:t>
            </a:r>
            <a:r>
              <a:rPr lang="sv-SE" sz="2200" dirty="0"/>
              <a:t> is.</a:t>
            </a:r>
            <a:endParaRPr lang="sv-SE" sz="2600" dirty="0"/>
          </a:p>
          <a:p>
            <a:pPr marL="0" indent="0">
              <a:buNone/>
            </a:pPr>
            <a:endParaRPr lang="sv-SE" sz="2200" dirty="0"/>
          </a:p>
        </p:txBody>
      </p:sp>
      <p:pic>
        <p:nvPicPr>
          <p:cNvPr id="1028" name="Picture 4" descr="a database ripping his hair in agony after a database restore has failed">
            <a:extLst>
              <a:ext uri="{FF2B5EF4-FFF2-40B4-BE49-F238E27FC236}">
                <a16:creationId xmlns:a16="http://schemas.microsoft.com/office/drawing/2014/main" id="{E0F8E64D-48BB-82B8-AE7F-DF43149E87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3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60422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-1" y="0"/>
            <a:ext cx="1219199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0"/>
            <a:ext cx="8522446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A34BEF-1BED-AA80-37B4-1422F0249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1803" y="350196"/>
            <a:ext cx="4646904" cy="1624520"/>
          </a:xfrm>
        </p:spPr>
        <p:txBody>
          <a:bodyPr anchor="ctr">
            <a:normAutofit/>
          </a:bodyPr>
          <a:lstStyle/>
          <a:p>
            <a:r>
              <a:rPr lang="en-GB" sz="4000" dirty="0"/>
              <a:t>Demo</a:t>
            </a:r>
            <a:endParaRPr lang="LID4096" sz="40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40E0F-A661-AC05-35FA-B22C01DF09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1802" y="2743200"/>
            <a:ext cx="4646905" cy="3613149"/>
          </a:xfrm>
        </p:spPr>
        <p:txBody>
          <a:bodyPr anchor="ctr">
            <a:normAutofit/>
          </a:bodyPr>
          <a:lstStyle/>
          <a:p>
            <a:r>
              <a:rPr lang="en-GB" sz="2000" dirty="0"/>
              <a:t>Crash</a:t>
            </a:r>
          </a:p>
          <a:p>
            <a:r>
              <a:rPr lang="en-GB" sz="2000" dirty="0"/>
              <a:t>Boom</a:t>
            </a:r>
          </a:p>
          <a:p>
            <a:r>
              <a:rPr lang="en-GB" sz="2000" dirty="0"/>
              <a:t>Bang</a:t>
            </a:r>
            <a:endParaRPr lang="LID4096" sz="2000" dirty="0"/>
          </a:p>
        </p:txBody>
      </p:sp>
      <p:pic>
        <p:nvPicPr>
          <p:cNvPr id="5" name="Picture 4" descr="Shadow of a person welding">
            <a:extLst>
              <a:ext uri="{FF2B5EF4-FFF2-40B4-BE49-F238E27FC236}">
                <a16:creationId xmlns:a16="http://schemas.microsoft.com/office/drawing/2014/main" id="{10EE314F-E5BF-FC35-E94E-E13F063C071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907" r="25916"/>
          <a:stretch/>
        </p:blipFill>
        <p:spPr>
          <a:xfrm>
            <a:off x="6096000" y="1"/>
            <a:ext cx="610282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17754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5FB92DFE-CBAD-B81E-0B3F-2976355995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325369"/>
            <a:ext cx="4368602" cy="1956841"/>
          </a:xfrm>
        </p:spPr>
        <p:txBody>
          <a:bodyPr anchor="b">
            <a:normAutofit/>
          </a:bodyPr>
          <a:lstStyle/>
          <a:p>
            <a:r>
              <a:rPr lang="sv-SE" sz="3600" dirty="0" err="1"/>
              <a:t>But</a:t>
            </a:r>
            <a:r>
              <a:rPr lang="sv-SE" sz="3600" dirty="0"/>
              <a:t> Magnus, </a:t>
            </a:r>
            <a:r>
              <a:rPr lang="sv-SE" sz="3600" dirty="0" err="1"/>
              <a:t>that</a:t>
            </a:r>
            <a:r>
              <a:rPr lang="sv-SE" sz="3600" dirty="0"/>
              <a:t> </a:t>
            </a:r>
            <a:r>
              <a:rPr lang="sv-SE" sz="3600" dirty="0" err="1"/>
              <a:t>would</a:t>
            </a:r>
            <a:r>
              <a:rPr lang="sv-SE" sz="3600" dirty="0"/>
              <a:t> never </a:t>
            </a:r>
            <a:r>
              <a:rPr lang="sv-SE" sz="3600" dirty="0" err="1"/>
              <a:t>happen</a:t>
            </a:r>
            <a:r>
              <a:rPr lang="sv-SE" sz="3600" dirty="0"/>
              <a:t> in a ”real shop”, right?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42DDA1D0-D19C-C73B-AD74-7031964DA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4964159"/>
            <a:ext cx="4243589" cy="1568472"/>
          </a:xfrm>
          <a:ln>
            <a:solidFill>
              <a:srgbClr val="FF0000"/>
            </a:solidFill>
          </a:ln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sv-SE" sz="2200" dirty="0" err="1"/>
              <a:t>Take</a:t>
            </a:r>
            <a:r>
              <a:rPr lang="sv-SE" sz="2200" dirty="0"/>
              <a:t> a backup</a:t>
            </a:r>
          </a:p>
          <a:p>
            <a:pPr>
              <a:buFontTx/>
              <a:buChar char="-"/>
            </a:pPr>
            <a:r>
              <a:rPr lang="sv-SE" sz="2200" dirty="0"/>
              <a:t>Test it</a:t>
            </a:r>
          </a:p>
          <a:p>
            <a:pPr>
              <a:buFontTx/>
              <a:buChar char="-"/>
            </a:pPr>
            <a:r>
              <a:rPr lang="sv-SE" sz="2200" dirty="0"/>
              <a:t>Store it as far from </a:t>
            </a:r>
            <a:r>
              <a:rPr lang="sv-SE" sz="2200" dirty="0" err="1"/>
              <a:t>your</a:t>
            </a:r>
            <a:r>
              <a:rPr lang="sv-SE" sz="2200" dirty="0"/>
              <a:t> data </a:t>
            </a:r>
            <a:r>
              <a:rPr lang="sv-SE" sz="2200" dirty="0" err="1"/>
              <a:t>files</a:t>
            </a:r>
            <a:r>
              <a:rPr lang="sv-SE" sz="2200" dirty="0"/>
              <a:t> as </a:t>
            </a:r>
            <a:r>
              <a:rPr lang="sv-SE" sz="2200" dirty="0" err="1"/>
              <a:t>you</a:t>
            </a:r>
            <a:r>
              <a:rPr lang="sv-SE" sz="2200" dirty="0"/>
              <a:t> </a:t>
            </a:r>
            <a:r>
              <a:rPr lang="sv-SE" sz="2200" dirty="0" err="1"/>
              <a:t>possibly</a:t>
            </a:r>
            <a:r>
              <a:rPr lang="sv-SE" sz="2200" dirty="0"/>
              <a:t> </a:t>
            </a:r>
            <a:r>
              <a:rPr lang="sv-SE" sz="2200" dirty="0" err="1"/>
              <a:t>can</a:t>
            </a:r>
            <a:r>
              <a:rPr lang="sv-SE" sz="2200" dirty="0"/>
              <a:t>!</a:t>
            </a:r>
          </a:p>
        </p:txBody>
      </p:sp>
      <p:pic>
        <p:nvPicPr>
          <p:cNvPr id="1028" name="Picture 4" descr="a database ripping his hair in agony after a database restore has failed">
            <a:extLst>
              <a:ext uri="{FF2B5EF4-FFF2-40B4-BE49-F238E27FC236}">
                <a16:creationId xmlns:a16="http://schemas.microsoft.com/office/drawing/2014/main" id="{E0F8E64D-48BB-82B8-AE7F-DF43149E87D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3"/>
          <a:stretch/>
        </p:blipFill>
        <p:spPr bwMode="auto">
          <a:xfrm>
            <a:off x="5311702" y="10"/>
            <a:ext cx="6878775" cy="6857990"/>
          </a:xfrm>
          <a:custGeom>
            <a:avLst/>
            <a:gdLst/>
            <a:ahLst/>
            <a:cxnLst/>
            <a:rect l="l" t="t" r="r" b="b"/>
            <a:pathLst>
              <a:path w="6878775" h="6858000">
                <a:moveTo>
                  <a:pt x="1102973" y="0"/>
                </a:moveTo>
                <a:lnTo>
                  <a:pt x="1160688" y="0"/>
                </a:lnTo>
                <a:lnTo>
                  <a:pt x="983189" y="331786"/>
                </a:lnTo>
                <a:cubicBezTo>
                  <a:pt x="914866" y="469145"/>
                  <a:pt x="850355" y="608712"/>
                  <a:pt x="789261" y="750263"/>
                </a:cubicBezTo>
                <a:cubicBezTo>
                  <a:pt x="774307" y="784928"/>
                  <a:pt x="759992" y="819849"/>
                  <a:pt x="745295" y="854514"/>
                </a:cubicBezTo>
                <a:cubicBezTo>
                  <a:pt x="756682" y="845393"/>
                  <a:pt x="765489" y="833492"/>
                  <a:pt x="770857" y="819975"/>
                </a:cubicBezTo>
                <a:cubicBezTo>
                  <a:pt x="879943" y="589569"/>
                  <a:pt x="999605" y="365513"/>
                  <a:pt x="1131329" y="148742"/>
                </a:cubicBezTo>
                <a:lnTo>
                  <a:pt x="1227589" y="0"/>
                </a:lnTo>
                <a:lnTo>
                  <a:pt x="6878775" y="0"/>
                </a:lnTo>
                <a:lnTo>
                  <a:pt x="6878775" y="6858000"/>
                </a:lnTo>
                <a:lnTo>
                  <a:pt x="713521" y="6858000"/>
                </a:lnTo>
                <a:lnTo>
                  <a:pt x="625642" y="6670527"/>
                </a:lnTo>
                <a:cubicBezTo>
                  <a:pt x="507232" y="6398531"/>
                  <a:pt x="403083" y="6118381"/>
                  <a:pt x="312785" y="5830359"/>
                </a:cubicBezTo>
                <a:cubicBezTo>
                  <a:pt x="278149" y="5719759"/>
                  <a:pt x="248879" y="5607635"/>
                  <a:pt x="212198" y="5480401"/>
                </a:cubicBezTo>
                <a:cubicBezTo>
                  <a:pt x="212208" y="5491601"/>
                  <a:pt x="212803" y="5502788"/>
                  <a:pt x="213988" y="5513923"/>
                </a:cubicBezTo>
                <a:cubicBezTo>
                  <a:pt x="264089" y="5723695"/>
                  <a:pt x="307290" y="5935370"/>
                  <a:pt x="365826" y="6142729"/>
                </a:cubicBezTo>
                <a:cubicBezTo>
                  <a:pt x="433152" y="6380817"/>
                  <a:pt x="510068" y="6614016"/>
                  <a:pt x="597975" y="6841549"/>
                </a:cubicBezTo>
                <a:lnTo>
                  <a:pt x="604824" y="6858000"/>
                </a:lnTo>
                <a:lnTo>
                  <a:pt x="552056" y="6858000"/>
                </a:lnTo>
                <a:lnTo>
                  <a:pt x="539576" y="6828295"/>
                </a:lnTo>
                <a:cubicBezTo>
                  <a:pt x="380597" y="6414594"/>
                  <a:pt x="260223" y="5988893"/>
                  <a:pt x="171555" y="5552906"/>
                </a:cubicBezTo>
                <a:cubicBezTo>
                  <a:pt x="91163" y="5157998"/>
                  <a:pt x="43746" y="4758899"/>
                  <a:pt x="12305" y="4357388"/>
                </a:cubicBezTo>
                <a:cubicBezTo>
                  <a:pt x="-14281" y="4013908"/>
                  <a:pt x="4507" y="3672965"/>
                  <a:pt x="46684" y="3331516"/>
                </a:cubicBezTo>
                <a:cubicBezTo>
                  <a:pt x="127203" y="2664286"/>
                  <a:pt x="277819" y="2007265"/>
                  <a:pt x="496065" y="1371196"/>
                </a:cubicBezTo>
                <a:cubicBezTo>
                  <a:pt x="636273" y="966066"/>
                  <a:pt x="800445" y="573253"/>
                  <a:pt x="995723" y="196614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4" name="Tabell 3">
            <a:extLst>
              <a:ext uri="{FF2B5EF4-FFF2-40B4-BE49-F238E27FC236}">
                <a16:creationId xmlns:a16="http://schemas.microsoft.com/office/drawing/2014/main" id="{6C575C17-AB25-D24C-15BB-7D20D304CD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07416377"/>
              </p:ext>
            </p:extLst>
          </p:nvPr>
        </p:nvGraphicFramePr>
        <p:xfrm>
          <a:off x="114662" y="2953366"/>
          <a:ext cx="5045530" cy="16785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9106">
                  <a:extLst>
                    <a:ext uri="{9D8B030D-6E8A-4147-A177-3AD203B41FA5}">
                      <a16:colId xmlns:a16="http://schemas.microsoft.com/office/drawing/2014/main" val="4054115538"/>
                    </a:ext>
                  </a:extLst>
                </a:gridCol>
                <a:gridCol w="1009106">
                  <a:extLst>
                    <a:ext uri="{9D8B030D-6E8A-4147-A177-3AD203B41FA5}">
                      <a16:colId xmlns:a16="http://schemas.microsoft.com/office/drawing/2014/main" val="262542270"/>
                    </a:ext>
                  </a:extLst>
                </a:gridCol>
                <a:gridCol w="1009106">
                  <a:extLst>
                    <a:ext uri="{9D8B030D-6E8A-4147-A177-3AD203B41FA5}">
                      <a16:colId xmlns:a16="http://schemas.microsoft.com/office/drawing/2014/main" val="2496504217"/>
                    </a:ext>
                  </a:extLst>
                </a:gridCol>
                <a:gridCol w="1009106">
                  <a:extLst>
                    <a:ext uri="{9D8B030D-6E8A-4147-A177-3AD203B41FA5}">
                      <a16:colId xmlns:a16="http://schemas.microsoft.com/office/drawing/2014/main" val="3018041008"/>
                    </a:ext>
                  </a:extLst>
                </a:gridCol>
                <a:gridCol w="1009106">
                  <a:extLst>
                    <a:ext uri="{9D8B030D-6E8A-4147-A177-3AD203B41FA5}">
                      <a16:colId xmlns:a16="http://schemas.microsoft.com/office/drawing/2014/main" val="3295760725"/>
                    </a:ext>
                  </a:extLst>
                </a:gridCol>
              </a:tblGrid>
              <a:tr h="703164">
                <a:tc>
                  <a:txBody>
                    <a:bodyPr/>
                    <a:lstStyle/>
                    <a:p>
                      <a:r>
                        <a:rPr lang="sv-SE" sz="1300" dirty="0" err="1"/>
                        <a:t>Organi-sations</a:t>
                      </a:r>
                      <a:r>
                        <a:rPr lang="sv-SE" sz="1300" dirty="0"/>
                        <a:t> </a:t>
                      </a:r>
                      <a:r>
                        <a:rPr lang="sv-SE" sz="1300" dirty="0" err="1"/>
                        <a:t>affected</a:t>
                      </a:r>
                      <a:endParaRPr lang="sv-SE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1300" dirty="0"/>
                        <a:t>Data loss incidents per </a:t>
                      </a:r>
                      <a:r>
                        <a:rPr lang="sv-SE" sz="1300" dirty="0" err="1"/>
                        <a:t>year</a:t>
                      </a:r>
                      <a:endParaRPr lang="sv-SE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1300" dirty="0"/>
                        <a:t>Business dis-</a:t>
                      </a:r>
                      <a:r>
                        <a:rPr lang="sv-SE" sz="1300" dirty="0" err="1"/>
                        <a:t>ruptions</a:t>
                      </a:r>
                      <a:endParaRPr lang="sv-SE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1300" dirty="0"/>
                        <a:t>Reputation </a:t>
                      </a:r>
                      <a:r>
                        <a:rPr lang="sv-SE" sz="1300" dirty="0" err="1"/>
                        <a:t>setback</a:t>
                      </a:r>
                      <a:endParaRPr lang="sv-SE" sz="13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1300" dirty="0" err="1"/>
                        <a:t>Issued</a:t>
                      </a:r>
                      <a:r>
                        <a:rPr lang="sv-SE" sz="1300" dirty="0"/>
                        <a:t> </a:t>
                      </a:r>
                      <a:r>
                        <a:rPr lang="sv-SE" sz="1300" dirty="0" err="1"/>
                        <a:t>regulatory</a:t>
                      </a:r>
                      <a:r>
                        <a:rPr lang="sv-SE" sz="1300" dirty="0"/>
                        <a:t> fines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8202949"/>
                  </a:ext>
                </a:extLst>
              </a:tr>
              <a:tr h="226827">
                <a:tc>
                  <a:txBody>
                    <a:bodyPr/>
                    <a:lstStyle/>
                    <a:p>
                      <a:r>
                        <a:rPr lang="sv-SE" sz="1300" dirty="0"/>
                        <a:t>85%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1300" dirty="0"/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1300" dirty="0"/>
                        <a:t>57%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1300" dirty="0"/>
                        <a:t>39%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sv-SE" sz="1300" dirty="0"/>
                        <a:t>35%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9011495"/>
                  </a:ext>
                </a:extLst>
              </a:tr>
              <a:tr h="226827">
                <a:tc gridSpan="5">
                  <a:txBody>
                    <a:bodyPr/>
                    <a:lstStyle/>
                    <a:p>
                      <a:r>
                        <a:rPr lang="sv-SE" sz="1300" dirty="0" err="1"/>
                        <a:t>Proofpoint</a:t>
                      </a:r>
                      <a:r>
                        <a:rPr lang="sv-SE" sz="1300" dirty="0"/>
                        <a:t> 2024 Data Loss Landscape </a:t>
                      </a:r>
                      <a:r>
                        <a:rPr lang="sv-SE" sz="1300" dirty="0" err="1"/>
                        <a:t>report</a:t>
                      </a:r>
                      <a:r>
                        <a:rPr lang="sv-SE" sz="1300" dirty="0"/>
                        <a:t>.</a:t>
                      </a:r>
                      <a:br>
                        <a:rPr lang="sv-SE" sz="1300" dirty="0"/>
                      </a:br>
                      <a:r>
                        <a:rPr lang="sv-SE" sz="1300" dirty="0">
                          <a:hlinkClick r:id="rId3"/>
                        </a:rPr>
                        <a:t>https://www.proofpoint.com/us/blog/information-protection/2024-data-loss-landscape-report-dlp</a:t>
                      </a:r>
                      <a:r>
                        <a:rPr lang="sv-SE" sz="1300" dirty="0"/>
                        <a:t> 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sv-SE" sz="13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sv-SE" sz="13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sv-SE" sz="1300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sv-SE" sz="13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329680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83564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93" name="Rectangle 2092">
            <a:extLst>
              <a:ext uri="{FF2B5EF4-FFF2-40B4-BE49-F238E27FC236}">
                <a16:creationId xmlns:a16="http://schemas.microsoft.com/office/drawing/2014/main" id="{45D37F4E-DDB4-456B-97E0-9937730A0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6FEB17B7-D27D-D44D-D772-E6DC1AC42D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2493" y="238539"/>
            <a:ext cx="11018520" cy="1434415"/>
          </a:xfrm>
        </p:spPr>
        <p:txBody>
          <a:bodyPr anchor="b">
            <a:normAutofit/>
          </a:bodyPr>
          <a:lstStyle/>
          <a:p>
            <a:r>
              <a:rPr lang="sv-SE" sz="5400" dirty="0"/>
              <a:t>If </a:t>
            </a:r>
            <a:r>
              <a:rPr lang="sv-SE" sz="5400" dirty="0" err="1"/>
              <a:t>you</a:t>
            </a:r>
            <a:r>
              <a:rPr lang="sv-SE" sz="5400" dirty="0"/>
              <a:t> </a:t>
            </a:r>
            <a:r>
              <a:rPr lang="sv-SE" sz="5400" dirty="0" err="1"/>
              <a:t>don’t</a:t>
            </a:r>
            <a:r>
              <a:rPr lang="sv-SE" sz="5400" dirty="0"/>
              <a:t> </a:t>
            </a:r>
            <a:r>
              <a:rPr lang="sv-SE" sz="5400" dirty="0" err="1"/>
              <a:t>know</a:t>
            </a:r>
            <a:r>
              <a:rPr lang="sv-SE" sz="5400" dirty="0"/>
              <a:t>, </a:t>
            </a:r>
            <a:r>
              <a:rPr lang="sv-SE" sz="5400" dirty="0" err="1"/>
              <a:t>don’t</a:t>
            </a:r>
            <a:r>
              <a:rPr lang="sv-SE" sz="5400" dirty="0"/>
              <a:t> </a:t>
            </a:r>
            <a:r>
              <a:rPr lang="sv-SE" sz="5400" dirty="0" err="1"/>
              <a:t>change</a:t>
            </a:r>
            <a:endParaRPr lang="sv-SE" sz="5400" dirty="0"/>
          </a:p>
        </p:txBody>
      </p:sp>
      <p:sp>
        <p:nvSpPr>
          <p:cNvPr id="2095" name="sketchy line">
            <a:extLst>
              <a:ext uri="{FF2B5EF4-FFF2-40B4-BE49-F238E27FC236}">
                <a16:creationId xmlns:a16="http://schemas.microsoft.com/office/drawing/2014/main" id="{B2DD41CD-8F47-4F56-AD12-4E2FF76969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72493" y="1681544"/>
            <a:ext cx="10972800" cy="18288"/>
          </a:xfrm>
          <a:custGeom>
            <a:avLst/>
            <a:gdLst>
              <a:gd name="connsiteX0" fmla="*/ 0 w 10972800"/>
              <a:gd name="connsiteY0" fmla="*/ 0 h 18288"/>
              <a:gd name="connsiteX1" fmla="*/ 356616 w 10972800"/>
              <a:gd name="connsiteY1" fmla="*/ 0 h 18288"/>
              <a:gd name="connsiteX2" fmla="*/ 1042416 w 10972800"/>
              <a:gd name="connsiteY2" fmla="*/ 0 h 18288"/>
              <a:gd name="connsiteX3" fmla="*/ 1947672 w 10972800"/>
              <a:gd name="connsiteY3" fmla="*/ 0 h 18288"/>
              <a:gd name="connsiteX4" fmla="*/ 2633472 w 10972800"/>
              <a:gd name="connsiteY4" fmla="*/ 0 h 18288"/>
              <a:gd name="connsiteX5" fmla="*/ 2990088 w 10972800"/>
              <a:gd name="connsiteY5" fmla="*/ 0 h 18288"/>
              <a:gd name="connsiteX6" fmla="*/ 3456432 w 10972800"/>
              <a:gd name="connsiteY6" fmla="*/ 0 h 18288"/>
              <a:gd name="connsiteX7" fmla="*/ 4361688 w 10972800"/>
              <a:gd name="connsiteY7" fmla="*/ 0 h 18288"/>
              <a:gd name="connsiteX8" fmla="*/ 5266944 w 10972800"/>
              <a:gd name="connsiteY8" fmla="*/ 0 h 18288"/>
              <a:gd name="connsiteX9" fmla="*/ 6172200 w 10972800"/>
              <a:gd name="connsiteY9" fmla="*/ 0 h 18288"/>
              <a:gd name="connsiteX10" fmla="*/ 6528816 w 10972800"/>
              <a:gd name="connsiteY10" fmla="*/ 0 h 18288"/>
              <a:gd name="connsiteX11" fmla="*/ 7214616 w 10972800"/>
              <a:gd name="connsiteY11" fmla="*/ 0 h 18288"/>
              <a:gd name="connsiteX12" fmla="*/ 7790688 w 10972800"/>
              <a:gd name="connsiteY12" fmla="*/ 0 h 18288"/>
              <a:gd name="connsiteX13" fmla="*/ 8147304 w 10972800"/>
              <a:gd name="connsiteY13" fmla="*/ 0 h 18288"/>
              <a:gd name="connsiteX14" fmla="*/ 9052560 w 10972800"/>
              <a:gd name="connsiteY14" fmla="*/ 0 h 18288"/>
              <a:gd name="connsiteX15" fmla="*/ 9409176 w 10972800"/>
              <a:gd name="connsiteY15" fmla="*/ 0 h 18288"/>
              <a:gd name="connsiteX16" fmla="*/ 9765792 w 10972800"/>
              <a:gd name="connsiteY16" fmla="*/ 0 h 18288"/>
              <a:gd name="connsiteX17" fmla="*/ 10341864 w 10972800"/>
              <a:gd name="connsiteY17" fmla="*/ 0 h 18288"/>
              <a:gd name="connsiteX18" fmla="*/ 10972800 w 10972800"/>
              <a:gd name="connsiteY18" fmla="*/ 0 h 18288"/>
              <a:gd name="connsiteX19" fmla="*/ 10972800 w 10972800"/>
              <a:gd name="connsiteY19" fmla="*/ 18288 h 18288"/>
              <a:gd name="connsiteX20" fmla="*/ 10177272 w 10972800"/>
              <a:gd name="connsiteY20" fmla="*/ 18288 h 18288"/>
              <a:gd name="connsiteX21" fmla="*/ 9820656 w 10972800"/>
              <a:gd name="connsiteY21" fmla="*/ 18288 h 18288"/>
              <a:gd name="connsiteX22" fmla="*/ 9464040 w 10972800"/>
              <a:gd name="connsiteY22" fmla="*/ 18288 h 18288"/>
              <a:gd name="connsiteX23" fmla="*/ 8778240 w 10972800"/>
              <a:gd name="connsiteY23" fmla="*/ 18288 h 18288"/>
              <a:gd name="connsiteX24" fmla="*/ 8421624 w 10972800"/>
              <a:gd name="connsiteY24" fmla="*/ 18288 h 18288"/>
              <a:gd name="connsiteX25" fmla="*/ 7735824 w 10972800"/>
              <a:gd name="connsiteY25" fmla="*/ 18288 h 18288"/>
              <a:gd name="connsiteX26" fmla="*/ 6940296 w 10972800"/>
              <a:gd name="connsiteY26" fmla="*/ 18288 h 18288"/>
              <a:gd name="connsiteX27" fmla="*/ 6254496 w 10972800"/>
              <a:gd name="connsiteY27" fmla="*/ 18288 h 18288"/>
              <a:gd name="connsiteX28" fmla="*/ 5458968 w 10972800"/>
              <a:gd name="connsiteY28" fmla="*/ 18288 h 18288"/>
              <a:gd name="connsiteX29" fmla="*/ 4663440 w 10972800"/>
              <a:gd name="connsiteY29" fmla="*/ 18288 h 18288"/>
              <a:gd name="connsiteX30" fmla="*/ 4306824 w 10972800"/>
              <a:gd name="connsiteY30" fmla="*/ 18288 h 18288"/>
              <a:gd name="connsiteX31" fmla="*/ 3840480 w 10972800"/>
              <a:gd name="connsiteY31" fmla="*/ 18288 h 18288"/>
              <a:gd name="connsiteX32" fmla="*/ 3264408 w 10972800"/>
              <a:gd name="connsiteY32" fmla="*/ 18288 h 18288"/>
              <a:gd name="connsiteX33" fmla="*/ 2578608 w 10972800"/>
              <a:gd name="connsiteY33" fmla="*/ 18288 h 18288"/>
              <a:gd name="connsiteX34" fmla="*/ 1673352 w 10972800"/>
              <a:gd name="connsiteY34" fmla="*/ 18288 h 18288"/>
              <a:gd name="connsiteX35" fmla="*/ 877824 w 10972800"/>
              <a:gd name="connsiteY35" fmla="*/ 18288 h 18288"/>
              <a:gd name="connsiteX36" fmla="*/ 0 w 10972800"/>
              <a:gd name="connsiteY36" fmla="*/ 18288 h 18288"/>
              <a:gd name="connsiteX37" fmla="*/ 0 w 10972800"/>
              <a:gd name="connsiteY37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0972800" h="18288" fill="none" extrusionOk="0">
                <a:moveTo>
                  <a:pt x="0" y="0"/>
                </a:moveTo>
                <a:cubicBezTo>
                  <a:pt x="165916" y="-1866"/>
                  <a:pt x="188720" y="13756"/>
                  <a:pt x="356616" y="0"/>
                </a:cubicBezTo>
                <a:cubicBezTo>
                  <a:pt x="524512" y="-13756"/>
                  <a:pt x="734781" y="8922"/>
                  <a:pt x="1042416" y="0"/>
                </a:cubicBezTo>
                <a:cubicBezTo>
                  <a:pt x="1350051" y="-8922"/>
                  <a:pt x="1595982" y="-26315"/>
                  <a:pt x="1947672" y="0"/>
                </a:cubicBezTo>
                <a:cubicBezTo>
                  <a:pt x="2299362" y="26315"/>
                  <a:pt x="2292691" y="-19526"/>
                  <a:pt x="2633472" y="0"/>
                </a:cubicBezTo>
                <a:cubicBezTo>
                  <a:pt x="2974253" y="19526"/>
                  <a:pt x="2857309" y="10773"/>
                  <a:pt x="2990088" y="0"/>
                </a:cubicBezTo>
                <a:cubicBezTo>
                  <a:pt x="3122867" y="-10773"/>
                  <a:pt x="3359343" y="7194"/>
                  <a:pt x="3456432" y="0"/>
                </a:cubicBezTo>
                <a:cubicBezTo>
                  <a:pt x="3553521" y="-7194"/>
                  <a:pt x="4136258" y="5108"/>
                  <a:pt x="4361688" y="0"/>
                </a:cubicBezTo>
                <a:cubicBezTo>
                  <a:pt x="4587118" y="-5108"/>
                  <a:pt x="4992424" y="-42958"/>
                  <a:pt x="5266944" y="0"/>
                </a:cubicBezTo>
                <a:cubicBezTo>
                  <a:pt x="5541464" y="42958"/>
                  <a:pt x="5882966" y="-3430"/>
                  <a:pt x="6172200" y="0"/>
                </a:cubicBezTo>
                <a:cubicBezTo>
                  <a:pt x="6461434" y="3430"/>
                  <a:pt x="6432127" y="6688"/>
                  <a:pt x="6528816" y="0"/>
                </a:cubicBezTo>
                <a:cubicBezTo>
                  <a:pt x="6625505" y="-6688"/>
                  <a:pt x="6916805" y="-436"/>
                  <a:pt x="7214616" y="0"/>
                </a:cubicBezTo>
                <a:cubicBezTo>
                  <a:pt x="7512427" y="436"/>
                  <a:pt x="7626159" y="-6909"/>
                  <a:pt x="7790688" y="0"/>
                </a:cubicBezTo>
                <a:cubicBezTo>
                  <a:pt x="7955217" y="6909"/>
                  <a:pt x="8048891" y="15307"/>
                  <a:pt x="8147304" y="0"/>
                </a:cubicBezTo>
                <a:cubicBezTo>
                  <a:pt x="8245717" y="-15307"/>
                  <a:pt x="8645618" y="-11734"/>
                  <a:pt x="9052560" y="0"/>
                </a:cubicBezTo>
                <a:cubicBezTo>
                  <a:pt x="9459502" y="11734"/>
                  <a:pt x="9320584" y="8388"/>
                  <a:pt x="9409176" y="0"/>
                </a:cubicBezTo>
                <a:cubicBezTo>
                  <a:pt x="9497768" y="-8388"/>
                  <a:pt x="9644192" y="8379"/>
                  <a:pt x="9765792" y="0"/>
                </a:cubicBezTo>
                <a:cubicBezTo>
                  <a:pt x="9887392" y="-8379"/>
                  <a:pt x="10105220" y="-12663"/>
                  <a:pt x="10341864" y="0"/>
                </a:cubicBezTo>
                <a:cubicBezTo>
                  <a:pt x="10578508" y="12663"/>
                  <a:pt x="10773103" y="-5786"/>
                  <a:pt x="10972800" y="0"/>
                </a:cubicBezTo>
                <a:cubicBezTo>
                  <a:pt x="10972146" y="8818"/>
                  <a:pt x="10972240" y="13823"/>
                  <a:pt x="10972800" y="18288"/>
                </a:cubicBezTo>
                <a:cubicBezTo>
                  <a:pt x="10588778" y="31598"/>
                  <a:pt x="10543381" y="-12698"/>
                  <a:pt x="10177272" y="18288"/>
                </a:cubicBezTo>
                <a:cubicBezTo>
                  <a:pt x="9811163" y="49274"/>
                  <a:pt x="9996817" y="25662"/>
                  <a:pt x="9820656" y="18288"/>
                </a:cubicBezTo>
                <a:cubicBezTo>
                  <a:pt x="9644495" y="10914"/>
                  <a:pt x="9607007" y="31631"/>
                  <a:pt x="9464040" y="18288"/>
                </a:cubicBezTo>
                <a:cubicBezTo>
                  <a:pt x="9321073" y="4945"/>
                  <a:pt x="9114189" y="28940"/>
                  <a:pt x="8778240" y="18288"/>
                </a:cubicBezTo>
                <a:cubicBezTo>
                  <a:pt x="8442291" y="7636"/>
                  <a:pt x="8594763" y="987"/>
                  <a:pt x="8421624" y="18288"/>
                </a:cubicBezTo>
                <a:cubicBezTo>
                  <a:pt x="8248485" y="35589"/>
                  <a:pt x="7929515" y="37573"/>
                  <a:pt x="7735824" y="18288"/>
                </a:cubicBezTo>
                <a:cubicBezTo>
                  <a:pt x="7542133" y="-997"/>
                  <a:pt x="7252504" y="33858"/>
                  <a:pt x="6940296" y="18288"/>
                </a:cubicBezTo>
                <a:cubicBezTo>
                  <a:pt x="6628088" y="2718"/>
                  <a:pt x="6528503" y="48389"/>
                  <a:pt x="6254496" y="18288"/>
                </a:cubicBezTo>
                <a:cubicBezTo>
                  <a:pt x="5980489" y="-11813"/>
                  <a:pt x="5695784" y="-3740"/>
                  <a:pt x="5458968" y="18288"/>
                </a:cubicBezTo>
                <a:cubicBezTo>
                  <a:pt x="5222152" y="40316"/>
                  <a:pt x="5010751" y="19095"/>
                  <a:pt x="4663440" y="18288"/>
                </a:cubicBezTo>
                <a:cubicBezTo>
                  <a:pt x="4316129" y="17481"/>
                  <a:pt x="4425552" y="1606"/>
                  <a:pt x="4306824" y="18288"/>
                </a:cubicBezTo>
                <a:cubicBezTo>
                  <a:pt x="4188096" y="34970"/>
                  <a:pt x="3941535" y="7481"/>
                  <a:pt x="3840480" y="18288"/>
                </a:cubicBezTo>
                <a:cubicBezTo>
                  <a:pt x="3739425" y="29095"/>
                  <a:pt x="3402388" y="17641"/>
                  <a:pt x="3264408" y="18288"/>
                </a:cubicBezTo>
                <a:cubicBezTo>
                  <a:pt x="3126428" y="18935"/>
                  <a:pt x="2776779" y="9983"/>
                  <a:pt x="2578608" y="18288"/>
                </a:cubicBezTo>
                <a:cubicBezTo>
                  <a:pt x="2380437" y="26593"/>
                  <a:pt x="1909468" y="25818"/>
                  <a:pt x="1673352" y="18288"/>
                </a:cubicBezTo>
                <a:cubicBezTo>
                  <a:pt x="1437236" y="10758"/>
                  <a:pt x="1131180" y="49884"/>
                  <a:pt x="877824" y="18288"/>
                </a:cubicBezTo>
                <a:cubicBezTo>
                  <a:pt x="624468" y="-13308"/>
                  <a:pt x="206753" y="2195"/>
                  <a:pt x="0" y="18288"/>
                </a:cubicBezTo>
                <a:cubicBezTo>
                  <a:pt x="313" y="10654"/>
                  <a:pt x="-263" y="4056"/>
                  <a:pt x="0" y="0"/>
                </a:cubicBezTo>
                <a:close/>
              </a:path>
              <a:path w="10972800" h="18288" stroke="0" extrusionOk="0">
                <a:moveTo>
                  <a:pt x="0" y="0"/>
                </a:moveTo>
                <a:cubicBezTo>
                  <a:pt x="164017" y="-17675"/>
                  <a:pt x="309425" y="9913"/>
                  <a:pt x="466344" y="0"/>
                </a:cubicBezTo>
                <a:cubicBezTo>
                  <a:pt x="623263" y="-9913"/>
                  <a:pt x="659300" y="-14524"/>
                  <a:pt x="822960" y="0"/>
                </a:cubicBezTo>
                <a:cubicBezTo>
                  <a:pt x="986620" y="14524"/>
                  <a:pt x="1105222" y="-16481"/>
                  <a:pt x="1289304" y="0"/>
                </a:cubicBezTo>
                <a:cubicBezTo>
                  <a:pt x="1473386" y="16481"/>
                  <a:pt x="1693223" y="26161"/>
                  <a:pt x="1975104" y="0"/>
                </a:cubicBezTo>
                <a:cubicBezTo>
                  <a:pt x="2256985" y="-26161"/>
                  <a:pt x="2435781" y="23061"/>
                  <a:pt x="2770632" y="0"/>
                </a:cubicBezTo>
                <a:cubicBezTo>
                  <a:pt x="3105483" y="-23061"/>
                  <a:pt x="3247479" y="-44011"/>
                  <a:pt x="3675888" y="0"/>
                </a:cubicBezTo>
                <a:cubicBezTo>
                  <a:pt x="4104297" y="44011"/>
                  <a:pt x="4280918" y="4017"/>
                  <a:pt x="4581144" y="0"/>
                </a:cubicBezTo>
                <a:cubicBezTo>
                  <a:pt x="4881370" y="-4017"/>
                  <a:pt x="5021699" y="-11889"/>
                  <a:pt x="5157216" y="0"/>
                </a:cubicBezTo>
                <a:cubicBezTo>
                  <a:pt x="5292733" y="11889"/>
                  <a:pt x="5603398" y="-17698"/>
                  <a:pt x="5952744" y="0"/>
                </a:cubicBezTo>
                <a:cubicBezTo>
                  <a:pt x="6302090" y="17698"/>
                  <a:pt x="6353093" y="-11909"/>
                  <a:pt x="6638544" y="0"/>
                </a:cubicBezTo>
                <a:cubicBezTo>
                  <a:pt x="6923995" y="11909"/>
                  <a:pt x="7053404" y="21630"/>
                  <a:pt x="7214616" y="0"/>
                </a:cubicBezTo>
                <a:cubicBezTo>
                  <a:pt x="7375828" y="-21630"/>
                  <a:pt x="7837963" y="3886"/>
                  <a:pt x="8010144" y="0"/>
                </a:cubicBezTo>
                <a:cubicBezTo>
                  <a:pt x="8182325" y="-3886"/>
                  <a:pt x="8224183" y="16009"/>
                  <a:pt x="8366760" y="0"/>
                </a:cubicBezTo>
                <a:cubicBezTo>
                  <a:pt x="8509337" y="-16009"/>
                  <a:pt x="8687920" y="-5720"/>
                  <a:pt x="8942832" y="0"/>
                </a:cubicBezTo>
                <a:cubicBezTo>
                  <a:pt x="9197744" y="5720"/>
                  <a:pt x="9368437" y="20479"/>
                  <a:pt x="9628632" y="0"/>
                </a:cubicBezTo>
                <a:cubicBezTo>
                  <a:pt x="9888827" y="-20479"/>
                  <a:pt x="10560858" y="-20746"/>
                  <a:pt x="10972800" y="0"/>
                </a:cubicBezTo>
                <a:cubicBezTo>
                  <a:pt x="10972186" y="5722"/>
                  <a:pt x="10972980" y="12495"/>
                  <a:pt x="10972800" y="18288"/>
                </a:cubicBezTo>
                <a:cubicBezTo>
                  <a:pt x="10786146" y="12536"/>
                  <a:pt x="10623717" y="14033"/>
                  <a:pt x="10506456" y="18288"/>
                </a:cubicBezTo>
                <a:cubicBezTo>
                  <a:pt x="10389195" y="22543"/>
                  <a:pt x="10296178" y="20107"/>
                  <a:pt x="10149840" y="18288"/>
                </a:cubicBezTo>
                <a:cubicBezTo>
                  <a:pt x="10003502" y="16469"/>
                  <a:pt x="9767530" y="28891"/>
                  <a:pt x="9464040" y="18288"/>
                </a:cubicBezTo>
                <a:cubicBezTo>
                  <a:pt x="9160550" y="7685"/>
                  <a:pt x="9229050" y="2659"/>
                  <a:pt x="8997696" y="18288"/>
                </a:cubicBezTo>
                <a:cubicBezTo>
                  <a:pt x="8766342" y="33917"/>
                  <a:pt x="8340136" y="34864"/>
                  <a:pt x="8092440" y="18288"/>
                </a:cubicBezTo>
                <a:cubicBezTo>
                  <a:pt x="7844744" y="1712"/>
                  <a:pt x="7863720" y="27405"/>
                  <a:pt x="7735824" y="18288"/>
                </a:cubicBezTo>
                <a:cubicBezTo>
                  <a:pt x="7607928" y="9171"/>
                  <a:pt x="7323619" y="461"/>
                  <a:pt x="7050024" y="18288"/>
                </a:cubicBezTo>
                <a:cubicBezTo>
                  <a:pt x="6776429" y="36115"/>
                  <a:pt x="6787899" y="28206"/>
                  <a:pt x="6693408" y="18288"/>
                </a:cubicBezTo>
                <a:cubicBezTo>
                  <a:pt x="6598917" y="8370"/>
                  <a:pt x="6395231" y="19114"/>
                  <a:pt x="6227064" y="18288"/>
                </a:cubicBezTo>
                <a:cubicBezTo>
                  <a:pt x="6058897" y="17462"/>
                  <a:pt x="5618582" y="1091"/>
                  <a:pt x="5431536" y="18288"/>
                </a:cubicBezTo>
                <a:cubicBezTo>
                  <a:pt x="5244490" y="35485"/>
                  <a:pt x="4729797" y="-9650"/>
                  <a:pt x="4526280" y="18288"/>
                </a:cubicBezTo>
                <a:cubicBezTo>
                  <a:pt x="4322763" y="46226"/>
                  <a:pt x="4216797" y="756"/>
                  <a:pt x="4059936" y="18288"/>
                </a:cubicBezTo>
                <a:cubicBezTo>
                  <a:pt x="3903075" y="35820"/>
                  <a:pt x="3537912" y="42098"/>
                  <a:pt x="3374136" y="18288"/>
                </a:cubicBezTo>
                <a:cubicBezTo>
                  <a:pt x="3210360" y="-5522"/>
                  <a:pt x="3126842" y="39135"/>
                  <a:pt x="2907792" y="18288"/>
                </a:cubicBezTo>
                <a:cubicBezTo>
                  <a:pt x="2688742" y="-2559"/>
                  <a:pt x="2490436" y="34100"/>
                  <a:pt x="2112264" y="18288"/>
                </a:cubicBezTo>
                <a:cubicBezTo>
                  <a:pt x="1734092" y="2476"/>
                  <a:pt x="1744622" y="-7274"/>
                  <a:pt x="1536192" y="18288"/>
                </a:cubicBezTo>
                <a:cubicBezTo>
                  <a:pt x="1327762" y="43850"/>
                  <a:pt x="1189025" y="6435"/>
                  <a:pt x="1069848" y="18288"/>
                </a:cubicBezTo>
                <a:cubicBezTo>
                  <a:pt x="950671" y="30141"/>
                  <a:pt x="858345" y="33684"/>
                  <a:pt x="713232" y="18288"/>
                </a:cubicBezTo>
                <a:cubicBezTo>
                  <a:pt x="568119" y="2892"/>
                  <a:pt x="250292" y="5410"/>
                  <a:pt x="0" y="18288"/>
                </a:cubicBezTo>
                <a:cubicBezTo>
                  <a:pt x="465" y="13062"/>
                  <a:pt x="-894" y="9029"/>
                  <a:pt x="0" y="0"/>
                </a:cubicBezTo>
                <a:close/>
              </a:path>
            </a:pathLst>
          </a:custGeom>
          <a:solidFill>
            <a:schemeClr val="accent2">
              <a:alpha val="75000"/>
            </a:schemeClr>
          </a:solidFill>
          <a:ln w="44450" cap="rnd">
            <a:solidFill>
              <a:schemeClr val="accent2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9541EF0E-5017-5500-041C-A16AF3E95B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493" y="2071316"/>
            <a:ext cx="6713552" cy="4119172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sv-SE" sz="2200" dirty="0"/>
              <a:t>If </a:t>
            </a:r>
            <a:r>
              <a:rPr lang="sv-SE" sz="2200" dirty="0" err="1"/>
              <a:t>you</a:t>
            </a:r>
            <a:r>
              <a:rPr lang="sv-SE" sz="2200" dirty="0"/>
              <a:t> </a:t>
            </a:r>
            <a:r>
              <a:rPr lang="sv-SE" sz="2200" dirty="0" err="1"/>
              <a:t>googled</a:t>
            </a:r>
            <a:r>
              <a:rPr lang="sv-SE" sz="2200" dirty="0"/>
              <a:t> for </a:t>
            </a:r>
            <a:r>
              <a:rPr lang="sv-SE" sz="2200" dirty="0" err="1"/>
              <a:t>some</a:t>
            </a:r>
            <a:r>
              <a:rPr lang="sv-SE" sz="2200" dirty="0"/>
              <a:t> </a:t>
            </a:r>
            <a:r>
              <a:rPr lang="sv-SE" sz="2200" dirty="0" err="1"/>
              <a:t>advice</a:t>
            </a:r>
            <a:r>
              <a:rPr lang="sv-SE" sz="2200" dirty="0"/>
              <a:t>, </a:t>
            </a:r>
            <a:r>
              <a:rPr lang="sv-SE" sz="2200" dirty="0" err="1"/>
              <a:t>found</a:t>
            </a:r>
            <a:r>
              <a:rPr lang="sv-SE" sz="2200" dirty="0"/>
              <a:t> it </a:t>
            </a:r>
            <a:r>
              <a:rPr lang="sv-SE" sz="2200" dirty="0" err="1"/>
              <a:t>but</a:t>
            </a:r>
            <a:r>
              <a:rPr lang="sv-SE" sz="2200" dirty="0"/>
              <a:t> </a:t>
            </a:r>
            <a:r>
              <a:rPr lang="sv-SE" sz="2200" dirty="0" err="1"/>
              <a:t>didn’t</a:t>
            </a:r>
            <a:r>
              <a:rPr lang="sv-SE" sz="2200" dirty="0"/>
              <a:t> </a:t>
            </a:r>
            <a:r>
              <a:rPr lang="sv-SE" sz="2200" dirty="0" err="1"/>
              <a:t>really</a:t>
            </a:r>
            <a:r>
              <a:rPr lang="sv-SE" sz="2200" dirty="0"/>
              <a:t> understand the reasoning </a:t>
            </a:r>
            <a:r>
              <a:rPr lang="sv-SE" sz="2200" dirty="0" err="1"/>
              <a:t>behind</a:t>
            </a:r>
            <a:r>
              <a:rPr lang="sv-SE" sz="2200" dirty="0"/>
              <a:t> it: </a:t>
            </a:r>
            <a:r>
              <a:rPr lang="sv-SE" sz="2200" dirty="0" err="1"/>
              <a:t>You</a:t>
            </a:r>
            <a:r>
              <a:rPr lang="sv-SE" sz="2200" dirty="0"/>
              <a:t> still </a:t>
            </a:r>
            <a:r>
              <a:rPr lang="sv-SE" sz="2200" dirty="0" err="1"/>
              <a:t>don’t</a:t>
            </a:r>
            <a:r>
              <a:rPr lang="sv-SE" sz="2200" dirty="0"/>
              <a:t> </a:t>
            </a:r>
            <a:r>
              <a:rPr lang="sv-SE" sz="2200" dirty="0" err="1"/>
              <a:t>know</a:t>
            </a:r>
            <a:r>
              <a:rPr lang="sv-SE" sz="2200" dirty="0"/>
              <a:t>. Hands off!</a:t>
            </a:r>
          </a:p>
          <a:p>
            <a:pPr marL="0" indent="0">
              <a:buNone/>
            </a:pPr>
            <a:r>
              <a:rPr lang="sv-SE" sz="2200" dirty="0" err="1"/>
              <a:t>This</a:t>
            </a:r>
            <a:r>
              <a:rPr lang="sv-SE" sz="2200" dirty="0"/>
              <a:t> </a:t>
            </a:r>
            <a:r>
              <a:rPr lang="sv-SE" sz="2200" dirty="0" err="1"/>
              <a:t>includes</a:t>
            </a:r>
            <a:r>
              <a:rPr lang="sv-SE" sz="2200" dirty="0"/>
              <a:t>, </a:t>
            </a:r>
            <a:r>
              <a:rPr lang="sv-SE" sz="2200" dirty="0" err="1"/>
              <a:t>but</a:t>
            </a:r>
            <a:r>
              <a:rPr lang="sv-SE" sz="2200" dirty="0"/>
              <a:t> is not </a:t>
            </a:r>
            <a:r>
              <a:rPr lang="sv-SE" sz="2200" dirty="0" err="1"/>
              <a:t>limited</a:t>
            </a:r>
            <a:r>
              <a:rPr lang="sv-SE" sz="2200" dirty="0"/>
              <a:t> to:</a:t>
            </a:r>
          </a:p>
          <a:p>
            <a:pPr>
              <a:buFontTx/>
              <a:buChar char="-"/>
            </a:pPr>
            <a:r>
              <a:rPr lang="sv-SE" sz="2200" dirty="0" err="1"/>
              <a:t>Database</a:t>
            </a:r>
            <a:r>
              <a:rPr lang="sv-SE" sz="2200" dirty="0"/>
              <a:t> </a:t>
            </a:r>
            <a:r>
              <a:rPr lang="sv-SE" sz="2200" dirty="0" err="1"/>
              <a:t>Recovery</a:t>
            </a:r>
            <a:r>
              <a:rPr lang="sv-SE" sz="2200" dirty="0"/>
              <a:t> </a:t>
            </a:r>
            <a:r>
              <a:rPr lang="sv-SE" sz="2200" dirty="0" err="1"/>
              <a:t>Model</a:t>
            </a:r>
            <a:endParaRPr lang="sv-SE" sz="2200" dirty="0"/>
          </a:p>
          <a:p>
            <a:pPr>
              <a:buFontTx/>
              <a:buChar char="-"/>
            </a:pPr>
            <a:r>
              <a:rPr lang="sv-SE" sz="2200" dirty="0" err="1"/>
              <a:t>Fillfactor</a:t>
            </a:r>
            <a:r>
              <a:rPr lang="sv-SE" sz="2200" dirty="0"/>
              <a:t> </a:t>
            </a:r>
          </a:p>
          <a:p>
            <a:pPr>
              <a:buFontTx/>
              <a:buChar char="-"/>
            </a:pPr>
            <a:r>
              <a:rPr lang="sv-SE" sz="2200" dirty="0" err="1"/>
              <a:t>Delayed</a:t>
            </a:r>
            <a:r>
              <a:rPr lang="sv-SE" sz="2200" dirty="0"/>
              <a:t> </a:t>
            </a:r>
            <a:r>
              <a:rPr lang="sv-SE" sz="2200" dirty="0" err="1"/>
              <a:t>Durability</a:t>
            </a:r>
            <a:endParaRPr lang="sv-SE" sz="2200" dirty="0"/>
          </a:p>
          <a:p>
            <a:pPr marL="0" indent="0">
              <a:buNone/>
            </a:pPr>
            <a:r>
              <a:rPr lang="sv-SE" sz="2200" dirty="0"/>
              <a:t>(I </a:t>
            </a:r>
            <a:r>
              <a:rPr lang="sv-SE" sz="2200" dirty="0" err="1"/>
              <a:t>touched</a:t>
            </a:r>
            <a:r>
              <a:rPr lang="sv-SE" sz="2200" dirty="0"/>
              <a:t> a </a:t>
            </a:r>
            <a:r>
              <a:rPr lang="sv-SE" sz="2200" dirty="0" err="1"/>
              <a:t>couple</a:t>
            </a:r>
            <a:r>
              <a:rPr lang="sv-SE" sz="2200" dirty="0"/>
              <a:t> </a:t>
            </a:r>
            <a:r>
              <a:rPr lang="sv-SE" sz="2200" dirty="0" err="1"/>
              <a:t>of</a:t>
            </a:r>
            <a:r>
              <a:rPr lang="sv-SE" sz="2200" dirty="0"/>
              <a:t> </a:t>
            </a:r>
            <a:r>
              <a:rPr lang="sv-SE" sz="2200" dirty="0" err="1"/>
              <a:t>these</a:t>
            </a:r>
            <a:r>
              <a:rPr lang="sv-SE" sz="2200" dirty="0"/>
              <a:t> </a:t>
            </a:r>
            <a:r>
              <a:rPr lang="sv-SE" sz="2200" dirty="0" err="1"/>
              <a:t>settings</a:t>
            </a:r>
            <a:r>
              <a:rPr lang="sv-SE" sz="2200" dirty="0"/>
              <a:t> </a:t>
            </a:r>
            <a:r>
              <a:rPr lang="sv-SE" sz="2200" dirty="0" err="1"/>
              <a:t>without</a:t>
            </a:r>
            <a:r>
              <a:rPr lang="sv-SE" sz="2200" dirty="0"/>
              <a:t> </a:t>
            </a:r>
            <a:r>
              <a:rPr lang="sv-SE" sz="2200" dirty="0" err="1"/>
              <a:t>having</a:t>
            </a:r>
            <a:r>
              <a:rPr lang="sv-SE" sz="2200" dirty="0"/>
              <a:t> </a:t>
            </a:r>
            <a:r>
              <a:rPr lang="sv-SE" sz="2200" dirty="0" err="1"/>
              <a:t>any</a:t>
            </a:r>
            <a:r>
              <a:rPr lang="sv-SE" sz="2200" dirty="0"/>
              <a:t> </a:t>
            </a:r>
            <a:r>
              <a:rPr lang="sv-SE" sz="2200" dirty="0" err="1"/>
              <a:t>idea</a:t>
            </a:r>
            <a:r>
              <a:rPr lang="sv-SE" sz="2200" dirty="0"/>
              <a:t> </a:t>
            </a:r>
            <a:r>
              <a:rPr lang="sv-SE" sz="2200" dirty="0" err="1"/>
              <a:t>what</a:t>
            </a:r>
            <a:r>
              <a:rPr lang="sv-SE" sz="2200" dirty="0"/>
              <a:t> </a:t>
            </a:r>
            <a:r>
              <a:rPr lang="sv-SE" sz="2200" dirty="0" err="1"/>
              <a:t>they</a:t>
            </a:r>
            <a:r>
              <a:rPr lang="sv-SE" sz="2200" dirty="0"/>
              <a:t> </a:t>
            </a:r>
            <a:r>
              <a:rPr lang="sv-SE" sz="2200" dirty="0" err="1"/>
              <a:t>did</a:t>
            </a:r>
            <a:r>
              <a:rPr lang="sv-SE" sz="2200" dirty="0"/>
              <a:t>)</a:t>
            </a:r>
          </a:p>
          <a:p>
            <a:endParaRPr lang="sv-SE" sz="2200" dirty="0"/>
          </a:p>
          <a:p>
            <a:pPr marL="0" indent="0">
              <a:buNone/>
            </a:pPr>
            <a:endParaRPr lang="sv-SE" sz="2200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5F2BBB67-4EA5-5D07-2160-F9C0DF0E230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792" b="-3"/>
          <a:stretch/>
        </p:blipFill>
        <p:spPr bwMode="auto">
          <a:xfrm>
            <a:off x="7675658" y="2093976"/>
            <a:ext cx="3941064" cy="40965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5769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9F79630B-0F0B-446E-A637-38FA8F61D1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81" name="Rectangle 3080">
            <a:extLst>
              <a:ext uri="{FF2B5EF4-FFF2-40B4-BE49-F238E27FC236}">
                <a16:creationId xmlns:a16="http://schemas.microsoft.com/office/drawing/2014/main" id="{B3437C99-FC8E-4311-B48A-F0C4C329B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5028" y="-1"/>
            <a:ext cx="12192000" cy="6857999"/>
          </a:xfrm>
          <a:prstGeom prst="rect">
            <a:avLst/>
          </a:pr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73C4080-874F-2EA6-8519-8C5D4A77A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7035" y="609600"/>
            <a:ext cx="3595678" cy="1330839"/>
          </a:xfrm>
        </p:spPr>
        <p:txBody>
          <a:bodyPr>
            <a:normAutofit/>
          </a:bodyPr>
          <a:lstStyle/>
          <a:p>
            <a:r>
              <a:rPr lang="en-GB" sz="2800"/>
              <a:t>But by all means, do figure out what some of the settings mean</a:t>
            </a:r>
            <a:endParaRPr lang="LID4096" sz="28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B880AD-D393-AD48-2B8D-AAECE82422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034" y="2194102"/>
            <a:ext cx="3158741" cy="3908586"/>
          </a:xfrm>
        </p:spPr>
        <p:txBody>
          <a:bodyPr>
            <a:normAutofit/>
          </a:bodyPr>
          <a:lstStyle/>
          <a:p>
            <a:r>
              <a:rPr lang="en-GB" sz="2000" dirty="0"/>
              <a:t>Default settings, they suck</a:t>
            </a:r>
          </a:p>
          <a:p>
            <a:r>
              <a:rPr lang="en-GB" sz="2000" dirty="0"/>
              <a:t>Look at MAXDOP</a:t>
            </a:r>
          </a:p>
          <a:p>
            <a:r>
              <a:rPr lang="en-GB" sz="2000" dirty="0"/>
              <a:t>Look at Cost Threshold for parallelism</a:t>
            </a:r>
          </a:p>
          <a:p>
            <a:r>
              <a:rPr lang="en-GB" sz="2000" dirty="0"/>
              <a:t>Look at auto growth settings</a:t>
            </a:r>
          </a:p>
          <a:p>
            <a:r>
              <a:rPr lang="en-GB" sz="2000" dirty="0"/>
              <a:t>Call someone who knows!</a:t>
            </a:r>
            <a:endParaRPr lang="LID4096" sz="2000" dirty="0"/>
          </a:p>
        </p:txBody>
      </p:sp>
      <p:pic>
        <p:nvPicPr>
          <p:cNvPr id="3074" name="Picture 2" descr="an IT-technician happily finishing a next-next-next-installation of software">
            <a:extLst>
              <a:ext uri="{FF2B5EF4-FFF2-40B4-BE49-F238E27FC236}">
                <a16:creationId xmlns:a16="http://schemas.microsoft.com/office/drawing/2014/main" id="{98135397-FBC5-33C1-D1D6-C18668D88D6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" b="5329"/>
          <a:stretch/>
        </p:blipFill>
        <p:spPr bwMode="auto">
          <a:xfrm>
            <a:off x="4948188" y="1"/>
            <a:ext cx="7243812" cy="6857999"/>
          </a:xfrm>
          <a:custGeom>
            <a:avLst/>
            <a:gdLst/>
            <a:ahLst/>
            <a:cxnLst/>
            <a:rect l="l" t="t" r="r" b="b"/>
            <a:pathLst>
              <a:path w="7243812" h="6857999">
                <a:moveTo>
                  <a:pt x="609803" y="0"/>
                </a:moveTo>
                <a:lnTo>
                  <a:pt x="1222601" y="0"/>
                </a:lnTo>
                <a:lnTo>
                  <a:pt x="1223032" y="1645"/>
                </a:lnTo>
                <a:lnTo>
                  <a:pt x="1343371" y="1645"/>
                </a:lnTo>
                <a:lnTo>
                  <a:pt x="1343665" y="0"/>
                </a:lnTo>
                <a:lnTo>
                  <a:pt x="1884172" y="0"/>
                </a:lnTo>
                <a:lnTo>
                  <a:pt x="1884280" y="1645"/>
                </a:lnTo>
                <a:lnTo>
                  <a:pt x="7243812" y="1645"/>
                </a:lnTo>
                <a:lnTo>
                  <a:pt x="7243812" y="6857999"/>
                </a:lnTo>
                <a:lnTo>
                  <a:pt x="133676" y="6857999"/>
                </a:lnTo>
                <a:lnTo>
                  <a:pt x="114609" y="6843646"/>
                </a:lnTo>
                <a:cubicBezTo>
                  <a:pt x="106811" y="6836369"/>
                  <a:pt x="103243" y="6828354"/>
                  <a:pt x="111459" y="6817746"/>
                </a:cubicBezTo>
                <a:cubicBezTo>
                  <a:pt x="93943" y="6769544"/>
                  <a:pt x="97901" y="6796071"/>
                  <a:pt x="113412" y="6759582"/>
                </a:cubicBezTo>
                <a:cubicBezTo>
                  <a:pt x="110188" y="6732087"/>
                  <a:pt x="99653" y="6727133"/>
                  <a:pt x="100729" y="6705297"/>
                </a:cubicBezTo>
                <a:cubicBezTo>
                  <a:pt x="94563" y="6675394"/>
                  <a:pt x="99792" y="6669536"/>
                  <a:pt x="87662" y="6640957"/>
                </a:cubicBezTo>
                <a:cubicBezTo>
                  <a:pt x="74199" y="6591883"/>
                  <a:pt x="82185" y="6576319"/>
                  <a:pt x="83084" y="6541313"/>
                </a:cubicBezTo>
                <a:cubicBezTo>
                  <a:pt x="82225" y="6490855"/>
                  <a:pt x="67640" y="6422980"/>
                  <a:pt x="59444" y="6370251"/>
                </a:cubicBezTo>
                <a:cubicBezTo>
                  <a:pt x="51248" y="6317522"/>
                  <a:pt x="30729" y="6270972"/>
                  <a:pt x="33908" y="6224938"/>
                </a:cubicBezTo>
                <a:lnTo>
                  <a:pt x="30063" y="6089693"/>
                </a:lnTo>
                <a:cubicBezTo>
                  <a:pt x="25730" y="6032039"/>
                  <a:pt x="3474" y="5997051"/>
                  <a:pt x="29101" y="5973994"/>
                </a:cubicBezTo>
                <a:cubicBezTo>
                  <a:pt x="17018" y="5940131"/>
                  <a:pt x="41135" y="5955713"/>
                  <a:pt x="33855" y="5939847"/>
                </a:cubicBezTo>
                <a:lnTo>
                  <a:pt x="12982" y="5906467"/>
                </a:lnTo>
                <a:lnTo>
                  <a:pt x="8416" y="5862699"/>
                </a:lnTo>
                <a:cubicBezTo>
                  <a:pt x="7895" y="5838948"/>
                  <a:pt x="8409" y="5853058"/>
                  <a:pt x="12052" y="5823324"/>
                </a:cubicBezTo>
                <a:cubicBezTo>
                  <a:pt x="11631" y="5805291"/>
                  <a:pt x="11213" y="5787258"/>
                  <a:pt x="10793" y="5769225"/>
                </a:cubicBezTo>
                <a:cubicBezTo>
                  <a:pt x="17866" y="5738356"/>
                  <a:pt x="19121" y="5696311"/>
                  <a:pt x="25986" y="5667896"/>
                </a:cubicBezTo>
                <a:cubicBezTo>
                  <a:pt x="16329" y="5647975"/>
                  <a:pt x="42195" y="5619318"/>
                  <a:pt x="43687" y="5594585"/>
                </a:cubicBezTo>
                <a:cubicBezTo>
                  <a:pt x="32512" y="5517959"/>
                  <a:pt x="44052" y="5536542"/>
                  <a:pt x="40019" y="5464225"/>
                </a:cubicBezTo>
                <a:cubicBezTo>
                  <a:pt x="32676" y="5400671"/>
                  <a:pt x="26469" y="5311951"/>
                  <a:pt x="22904" y="5269726"/>
                </a:cubicBezTo>
                <a:cubicBezTo>
                  <a:pt x="19341" y="5227501"/>
                  <a:pt x="14742" y="5212581"/>
                  <a:pt x="18628" y="5210876"/>
                </a:cubicBezTo>
                <a:cubicBezTo>
                  <a:pt x="-20300" y="5161742"/>
                  <a:pt x="15511" y="5141336"/>
                  <a:pt x="5392" y="5111369"/>
                </a:cubicBezTo>
                <a:cubicBezTo>
                  <a:pt x="10662" y="5053859"/>
                  <a:pt x="15546" y="5034036"/>
                  <a:pt x="13324" y="5009272"/>
                </a:cubicBezTo>
                <a:cubicBezTo>
                  <a:pt x="25126" y="4982633"/>
                  <a:pt x="74251" y="4956261"/>
                  <a:pt x="48699" y="4925805"/>
                </a:cubicBezTo>
                <a:cubicBezTo>
                  <a:pt x="76704" y="4931200"/>
                  <a:pt x="39437" y="4888353"/>
                  <a:pt x="62925" y="4877992"/>
                </a:cubicBezTo>
                <a:cubicBezTo>
                  <a:pt x="82480" y="4871554"/>
                  <a:pt x="75731" y="4857054"/>
                  <a:pt x="79496" y="4844323"/>
                </a:cubicBezTo>
                <a:cubicBezTo>
                  <a:pt x="97657" y="4832308"/>
                  <a:pt x="110974" y="4752352"/>
                  <a:pt x="101400" y="4733115"/>
                </a:cubicBezTo>
                <a:cubicBezTo>
                  <a:pt x="108185" y="4679357"/>
                  <a:pt x="119720" y="4662889"/>
                  <a:pt x="111223" y="4625153"/>
                </a:cubicBezTo>
                <a:cubicBezTo>
                  <a:pt x="106592" y="4588197"/>
                  <a:pt x="114401" y="4567830"/>
                  <a:pt x="126359" y="4539168"/>
                </a:cubicBezTo>
                <a:cubicBezTo>
                  <a:pt x="126535" y="4522289"/>
                  <a:pt x="126710" y="4505410"/>
                  <a:pt x="126886" y="4488531"/>
                </a:cubicBezTo>
                <a:cubicBezTo>
                  <a:pt x="126165" y="4473140"/>
                  <a:pt x="132917" y="4437329"/>
                  <a:pt x="135099" y="4411258"/>
                </a:cubicBezTo>
                <a:cubicBezTo>
                  <a:pt x="107667" y="4345686"/>
                  <a:pt x="146840" y="4280033"/>
                  <a:pt x="132327" y="4219510"/>
                </a:cubicBezTo>
                <a:cubicBezTo>
                  <a:pt x="138549" y="4158987"/>
                  <a:pt x="124091" y="4192084"/>
                  <a:pt x="172424" y="4048117"/>
                </a:cubicBezTo>
                <a:cubicBezTo>
                  <a:pt x="167703" y="4015047"/>
                  <a:pt x="203806" y="3905047"/>
                  <a:pt x="177666" y="3878222"/>
                </a:cubicBezTo>
                <a:cubicBezTo>
                  <a:pt x="167714" y="3821305"/>
                  <a:pt x="183914" y="3845122"/>
                  <a:pt x="156982" y="3778166"/>
                </a:cubicBezTo>
                <a:cubicBezTo>
                  <a:pt x="160365" y="3760234"/>
                  <a:pt x="142791" y="3724716"/>
                  <a:pt x="142115" y="3707357"/>
                </a:cubicBezTo>
                <a:cubicBezTo>
                  <a:pt x="139253" y="3688591"/>
                  <a:pt x="140202" y="3672776"/>
                  <a:pt x="139805" y="3665569"/>
                </a:cubicBezTo>
                <a:cubicBezTo>
                  <a:pt x="139778" y="3665084"/>
                  <a:pt x="139750" y="3664599"/>
                  <a:pt x="139723" y="3664114"/>
                </a:cubicBezTo>
                <a:lnTo>
                  <a:pt x="134134" y="3653088"/>
                </a:lnTo>
                <a:lnTo>
                  <a:pt x="126568" y="3641228"/>
                </a:lnTo>
                <a:cubicBezTo>
                  <a:pt x="126560" y="3629488"/>
                  <a:pt x="126549" y="3617747"/>
                  <a:pt x="126540" y="3606007"/>
                </a:cubicBezTo>
                <a:lnTo>
                  <a:pt x="134645" y="3597336"/>
                </a:lnTo>
                <a:lnTo>
                  <a:pt x="131649" y="3586412"/>
                </a:lnTo>
                <a:lnTo>
                  <a:pt x="134221" y="3569719"/>
                </a:lnTo>
                <a:lnTo>
                  <a:pt x="133795" y="3568021"/>
                </a:lnTo>
                <a:lnTo>
                  <a:pt x="130189" y="3553678"/>
                </a:lnTo>
                <a:lnTo>
                  <a:pt x="129827" y="3552249"/>
                </a:lnTo>
                <a:lnTo>
                  <a:pt x="122183" y="3542019"/>
                </a:lnTo>
                <a:lnTo>
                  <a:pt x="112426" y="3531201"/>
                </a:lnTo>
                <a:lnTo>
                  <a:pt x="105626" y="3496391"/>
                </a:lnTo>
                <a:lnTo>
                  <a:pt x="111971" y="3486850"/>
                </a:lnTo>
                <a:lnTo>
                  <a:pt x="106910" y="3476412"/>
                </a:lnTo>
                <a:cubicBezTo>
                  <a:pt x="105781" y="3466028"/>
                  <a:pt x="105824" y="3433967"/>
                  <a:pt x="105209" y="3424545"/>
                </a:cubicBezTo>
                <a:lnTo>
                  <a:pt x="103215" y="3419880"/>
                </a:lnTo>
                <a:lnTo>
                  <a:pt x="104953" y="3415218"/>
                </a:lnTo>
                <a:lnTo>
                  <a:pt x="101255" y="3409825"/>
                </a:lnTo>
                <a:lnTo>
                  <a:pt x="103044" y="3407057"/>
                </a:lnTo>
                <a:lnTo>
                  <a:pt x="89764" y="3378959"/>
                </a:lnTo>
                <a:lnTo>
                  <a:pt x="83991" y="3362948"/>
                </a:lnTo>
                <a:lnTo>
                  <a:pt x="66858" y="3332072"/>
                </a:lnTo>
                <a:lnTo>
                  <a:pt x="69057" y="3325671"/>
                </a:lnTo>
                <a:lnTo>
                  <a:pt x="51631" y="3278130"/>
                </a:lnTo>
                <a:lnTo>
                  <a:pt x="53959" y="3277179"/>
                </a:lnTo>
                <a:lnTo>
                  <a:pt x="60205" y="3262610"/>
                </a:lnTo>
                <a:lnTo>
                  <a:pt x="58998" y="3258677"/>
                </a:lnTo>
                <a:cubicBezTo>
                  <a:pt x="46010" y="3210316"/>
                  <a:pt x="80872" y="3236545"/>
                  <a:pt x="45170" y="3180546"/>
                </a:cubicBezTo>
                <a:cubicBezTo>
                  <a:pt x="53643" y="3171780"/>
                  <a:pt x="52550" y="3163902"/>
                  <a:pt x="45228" y="3151828"/>
                </a:cubicBezTo>
                <a:cubicBezTo>
                  <a:pt x="39651" y="3128169"/>
                  <a:pt x="64667" y="3124610"/>
                  <a:pt x="45020" y="3103777"/>
                </a:cubicBezTo>
                <a:cubicBezTo>
                  <a:pt x="59127" y="3105196"/>
                  <a:pt x="41123" y="3057428"/>
                  <a:pt x="57092" y="3065434"/>
                </a:cubicBezTo>
                <a:cubicBezTo>
                  <a:pt x="55435" y="3051512"/>
                  <a:pt x="40803" y="3032637"/>
                  <a:pt x="35088" y="3020247"/>
                </a:cubicBezTo>
                <a:cubicBezTo>
                  <a:pt x="32503" y="3002537"/>
                  <a:pt x="18197" y="3001119"/>
                  <a:pt x="22803" y="2991092"/>
                </a:cubicBezTo>
                <a:cubicBezTo>
                  <a:pt x="24338" y="2987749"/>
                  <a:pt x="27975" y="2983455"/>
                  <a:pt x="34850" y="2977278"/>
                </a:cubicBezTo>
                <a:cubicBezTo>
                  <a:pt x="22587" y="2954448"/>
                  <a:pt x="35600" y="2946689"/>
                  <a:pt x="36223" y="2911749"/>
                </a:cubicBezTo>
                <a:cubicBezTo>
                  <a:pt x="35158" y="2886513"/>
                  <a:pt x="29761" y="2843788"/>
                  <a:pt x="28462" y="2825860"/>
                </a:cubicBezTo>
                <a:cubicBezTo>
                  <a:pt x="28449" y="2818634"/>
                  <a:pt x="28437" y="2811409"/>
                  <a:pt x="28424" y="2804183"/>
                </a:cubicBezTo>
                <a:lnTo>
                  <a:pt x="21292" y="2790136"/>
                </a:lnTo>
                <a:lnTo>
                  <a:pt x="16179" y="2760208"/>
                </a:lnTo>
                <a:lnTo>
                  <a:pt x="22858" y="2751112"/>
                </a:lnTo>
                <a:lnTo>
                  <a:pt x="18505" y="2740278"/>
                </a:lnTo>
                <a:lnTo>
                  <a:pt x="22482" y="2726489"/>
                </a:lnTo>
                <a:lnTo>
                  <a:pt x="18175" y="2725052"/>
                </a:lnTo>
                <a:lnTo>
                  <a:pt x="10521" y="2715895"/>
                </a:lnTo>
                <a:lnTo>
                  <a:pt x="25499" y="2665666"/>
                </a:lnTo>
                <a:lnTo>
                  <a:pt x="30658" y="2635351"/>
                </a:lnTo>
                <a:cubicBezTo>
                  <a:pt x="30723" y="2625597"/>
                  <a:pt x="30791" y="2615842"/>
                  <a:pt x="30857" y="2606088"/>
                </a:cubicBezTo>
                <a:lnTo>
                  <a:pt x="37532" y="2596456"/>
                </a:lnTo>
                <a:cubicBezTo>
                  <a:pt x="41239" y="2582253"/>
                  <a:pt x="34640" y="2564757"/>
                  <a:pt x="36511" y="2549900"/>
                </a:cubicBezTo>
                <a:lnTo>
                  <a:pt x="53712" y="2496499"/>
                </a:lnTo>
                <a:cubicBezTo>
                  <a:pt x="53527" y="2492743"/>
                  <a:pt x="64725" y="2449625"/>
                  <a:pt x="64540" y="2445869"/>
                </a:cubicBezTo>
                <a:cubicBezTo>
                  <a:pt x="61940" y="2441580"/>
                  <a:pt x="65575" y="2413465"/>
                  <a:pt x="64348" y="2408995"/>
                </a:cubicBezTo>
                <a:cubicBezTo>
                  <a:pt x="100333" y="2407546"/>
                  <a:pt x="71752" y="2329020"/>
                  <a:pt x="101725" y="2335735"/>
                </a:cubicBezTo>
                <a:cubicBezTo>
                  <a:pt x="120512" y="2299003"/>
                  <a:pt x="138791" y="2291744"/>
                  <a:pt x="147278" y="2260088"/>
                </a:cubicBezTo>
                <a:cubicBezTo>
                  <a:pt x="152668" y="2224200"/>
                  <a:pt x="143589" y="2220953"/>
                  <a:pt x="152643" y="2193455"/>
                </a:cubicBezTo>
                <a:cubicBezTo>
                  <a:pt x="152701" y="2159228"/>
                  <a:pt x="131577" y="2138038"/>
                  <a:pt x="161815" y="2107942"/>
                </a:cubicBezTo>
                <a:lnTo>
                  <a:pt x="168884" y="2024270"/>
                </a:lnTo>
                <a:lnTo>
                  <a:pt x="210800" y="1969445"/>
                </a:lnTo>
                <a:lnTo>
                  <a:pt x="215063" y="1961162"/>
                </a:lnTo>
                <a:lnTo>
                  <a:pt x="226767" y="1945112"/>
                </a:lnTo>
                <a:lnTo>
                  <a:pt x="225906" y="1942021"/>
                </a:lnTo>
                <a:lnTo>
                  <a:pt x="220555" y="1935584"/>
                </a:lnTo>
                <a:cubicBezTo>
                  <a:pt x="220179" y="1930292"/>
                  <a:pt x="223282" y="1914884"/>
                  <a:pt x="223648" y="1910265"/>
                </a:cubicBezTo>
                <a:cubicBezTo>
                  <a:pt x="221934" y="1909994"/>
                  <a:pt x="221895" y="1909162"/>
                  <a:pt x="222758" y="1907867"/>
                </a:cubicBezTo>
                <a:lnTo>
                  <a:pt x="229387" y="1899379"/>
                </a:lnTo>
                <a:lnTo>
                  <a:pt x="231548" y="1895114"/>
                </a:lnTo>
                <a:lnTo>
                  <a:pt x="216553" y="1892417"/>
                </a:lnTo>
                <a:cubicBezTo>
                  <a:pt x="209075" y="1884999"/>
                  <a:pt x="222114" y="1866643"/>
                  <a:pt x="209739" y="1861483"/>
                </a:cubicBezTo>
                <a:cubicBezTo>
                  <a:pt x="214584" y="1853278"/>
                  <a:pt x="219066" y="1844665"/>
                  <a:pt x="222950" y="1835810"/>
                </a:cubicBezTo>
                <a:lnTo>
                  <a:pt x="224812" y="1830569"/>
                </a:lnTo>
                <a:lnTo>
                  <a:pt x="224522" y="1830429"/>
                </a:lnTo>
                <a:cubicBezTo>
                  <a:pt x="224224" y="1829219"/>
                  <a:pt x="224571" y="1827468"/>
                  <a:pt x="225830" y="1824832"/>
                </a:cubicBezTo>
                <a:lnTo>
                  <a:pt x="228207" y="1821003"/>
                </a:lnTo>
                <a:lnTo>
                  <a:pt x="230878" y="1807109"/>
                </a:lnTo>
                <a:lnTo>
                  <a:pt x="227355" y="1805316"/>
                </a:lnTo>
                <a:lnTo>
                  <a:pt x="228132" y="1804434"/>
                </a:lnTo>
                <a:cubicBezTo>
                  <a:pt x="237533" y="1798221"/>
                  <a:pt x="248274" y="1797417"/>
                  <a:pt x="223762" y="1784314"/>
                </a:cubicBezTo>
                <a:cubicBezTo>
                  <a:pt x="240655" y="1769422"/>
                  <a:pt x="224912" y="1763793"/>
                  <a:pt x="226521" y="1740358"/>
                </a:cubicBezTo>
                <a:cubicBezTo>
                  <a:pt x="240385" y="1732435"/>
                  <a:pt x="239102" y="1724301"/>
                  <a:pt x="233164" y="1715685"/>
                </a:cubicBezTo>
                <a:cubicBezTo>
                  <a:pt x="245499" y="1694404"/>
                  <a:pt x="240415" y="1672675"/>
                  <a:pt x="245819" y="1647555"/>
                </a:cubicBezTo>
                <a:cubicBezTo>
                  <a:pt x="268668" y="1622803"/>
                  <a:pt x="248434" y="1605585"/>
                  <a:pt x="254317" y="1578752"/>
                </a:cubicBezTo>
                <a:lnTo>
                  <a:pt x="249918" y="1546022"/>
                </a:lnTo>
                <a:cubicBezTo>
                  <a:pt x="251996" y="1543635"/>
                  <a:pt x="248777" y="1521210"/>
                  <a:pt x="248927" y="1519929"/>
                </a:cubicBezTo>
                <a:lnTo>
                  <a:pt x="248704" y="1519731"/>
                </a:lnTo>
                <a:lnTo>
                  <a:pt x="252245" y="1514846"/>
                </a:lnTo>
                <a:cubicBezTo>
                  <a:pt x="255314" y="1501295"/>
                  <a:pt x="252199" y="1477394"/>
                  <a:pt x="254681" y="1463304"/>
                </a:cubicBezTo>
                <a:cubicBezTo>
                  <a:pt x="257024" y="1459891"/>
                  <a:pt x="268983" y="1432466"/>
                  <a:pt x="267138" y="1430305"/>
                </a:cubicBezTo>
                <a:lnTo>
                  <a:pt x="266110" y="1429568"/>
                </a:lnTo>
                <a:lnTo>
                  <a:pt x="286784" y="1404045"/>
                </a:lnTo>
                <a:lnTo>
                  <a:pt x="294521" y="1360879"/>
                </a:lnTo>
                <a:lnTo>
                  <a:pt x="324750" y="1301993"/>
                </a:lnTo>
                <a:lnTo>
                  <a:pt x="328780" y="1210776"/>
                </a:lnTo>
                <a:cubicBezTo>
                  <a:pt x="344171" y="1197232"/>
                  <a:pt x="343390" y="1192124"/>
                  <a:pt x="346123" y="1157176"/>
                </a:cubicBezTo>
                <a:cubicBezTo>
                  <a:pt x="359383" y="1110140"/>
                  <a:pt x="355619" y="1111028"/>
                  <a:pt x="349331" y="1063288"/>
                </a:cubicBezTo>
                <a:cubicBezTo>
                  <a:pt x="364194" y="1005331"/>
                  <a:pt x="362778" y="969963"/>
                  <a:pt x="431245" y="889417"/>
                </a:cubicBezTo>
                <a:lnTo>
                  <a:pt x="459477" y="816346"/>
                </a:lnTo>
                <a:cubicBezTo>
                  <a:pt x="465006" y="808083"/>
                  <a:pt x="496978" y="764380"/>
                  <a:pt x="489268" y="752692"/>
                </a:cubicBezTo>
                <a:lnTo>
                  <a:pt x="505368" y="724368"/>
                </a:lnTo>
                <a:lnTo>
                  <a:pt x="511178" y="722494"/>
                </a:lnTo>
                <a:lnTo>
                  <a:pt x="514451" y="717531"/>
                </a:lnTo>
                <a:cubicBezTo>
                  <a:pt x="514171" y="710761"/>
                  <a:pt x="513893" y="703992"/>
                  <a:pt x="513612" y="697222"/>
                </a:cubicBezTo>
                <a:cubicBezTo>
                  <a:pt x="513272" y="693376"/>
                  <a:pt x="513720" y="690905"/>
                  <a:pt x="514772" y="689289"/>
                </a:cubicBezTo>
                <a:lnTo>
                  <a:pt x="515249" y="689151"/>
                </a:lnTo>
                <a:cubicBezTo>
                  <a:pt x="515320" y="686637"/>
                  <a:pt x="515389" y="684122"/>
                  <a:pt x="515461" y="681608"/>
                </a:cubicBezTo>
                <a:cubicBezTo>
                  <a:pt x="522970" y="666964"/>
                  <a:pt x="551123" y="617831"/>
                  <a:pt x="560298" y="601285"/>
                </a:cubicBezTo>
                <a:cubicBezTo>
                  <a:pt x="558549" y="585107"/>
                  <a:pt x="540289" y="573171"/>
                  <a:pt x="570504" y="582332"/>
                </a:cubicBezTo>
                <a:cubicBezTo>
                  <a:pt x="570816" y="577121"/>
                  <a:pt x="573898" y="574271"/>
                  <a:pt x="578347" y="572511"/>
                </a:cubicBezTo>
                <a:lnTo>
                  <a:pt x="580375" y="572092"/>
                </a:lnTo>
                <a:lnTo>
                  <a:pt x="575722" y="536015"/>
                </a:lnTo>
                <a:lnTo>
                  <a:pt x="578705" y="531675"/>
                </a:lnTo>
                <a:lnTo>
                  <a:pt x="564084" y="491380"/>
                </a:lnTo>
                <a:cubicBezTo>
                  <a:pt x="560969" y="487340"/>
                  <a:pt x="560134" y="482008"/>
                  <a:pt x="564457" y="473782"/>
                </a:cubicBezTo>
                <a:lnTo>
                  <a:pt x="566413" y="472000"/>
                </a:lnTo>
                <a:lnTo>
                  <a:pt x="584600" y="354566"/>
                </a:lnTo>
                <a:cubicBezTo>
                  <a:pt x="586100" y="325288"/>
                  <a:pt x="584583" y="317533"/>
                  <a:pt x="588077" y="265704"/>
                </a:cubicBezTo>
                <a:cubicBezTo>
                  <a:pt x="588008" y="205530"/>
                  <a:pt x="578491" y="226511"/>
                  <a:pt x="580576" y="187093"/>
                </a:cubicBezTo>
                <a:cubicBezTo>
                  <a:pt x="579265" y="162458"/>
                  <a:pt x="569240" y="117589"/>
                  <a:pt x="587928" y="130336"/>
                </a:cubicBezTo>
                <a:cubicBezTo>
                  <a:pt x="552635" y="69804"/>
                  <a:pt x="604651" y="82036"/>
                  <a:pt x="593881" y="17287"/>
                </a:cubicBezTo>
                <a:cubicBezTo>
                  <a:pt x="600399" y="13784"/>
                  <a:pt x="605413" y="8440"/>
                  <a:pt x="609224" y="17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4247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079" name="Rectangle 3078">
            <a:extLst>
              <a:ext uri="{FF2B5EF4-FFF2-40B4-BE49-F238E27FC236}">
                <a16:creationId xmlns:a16="http://schemas.microsoft.com/office/drawing/2014/main" id="{D009D6D5-DAC2-4A8B-A17A-E206B9012D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E0CC4C72-5F75-8BBD-CEB9-91FF8949FC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5251316" cy="1807305"/>
          </a:xfrm>
        </p:spPr>
        <p:txBody>
          <a:bodyPr>
            <a:normAutofit/>
          </a:bodyPr>
          <a:lstStyle/>
          <a:p>
            <a:r>
              <a:rPr lang="sv-SE" sz="3700"/>
              <a:t>.NET </a:t>
            </a:r>
            <a:r>
              <a:rPr lang="sv-SE" sz="3700" err="1"/>
              <a:t>developers</a:t>
            </a:r>
            <a:r>
              <a:rPr lang="sv-SE" sz="3700"/>
              <a:t> </a:t>
            </a:r>
            <a:r>
              <a:rPr lang="sv-SE" sz="3700" err="1"/>
              <a:t>use</a:t>
            </a:r>
            <a:r>
              <a:rPr lang="sv-SE" sz="3700"/>
              <a:t> </a:t>
            </a:r>
            <a:r>
              <a:rPr lang="sv-SE" sz="3700" err="1"/>
              <a:t>git</a:t>
            </a:r>
            <a:r>
              <a:rPr lang="sv-SE" sz="3700"/>
              <a:t> and pipelines. </a:t>
            </a:r>
            <a:r>
              <a:rPr lang="sv-SE" sz="3700" err="1"/>
              <a:t>Databases</a:t>
            </a:r>
            <a:r>
              <a:rPr lang="sv-SE" sz="3700"/>
              <a:t> </a:t>
            </a:r>
            <a:r>
              <a:rPr lang="sv-SE" sz="3700" err="1"/>
              <a:t>are</a:t>
            </a:r>
            <a:r>
              <a:rPr lang="sv-SE" sz="3700"/>
              <a:t> different, right?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FDDBA883-2636-1608-7418-AEBB3030BE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33297"/>
            <a:ext cx="4619621" cy="3843666"/>
          </a:xfrm>
        </p:spPr>
        <p:txBody>
          <a:bodyPr>
            <a:normAutofit fontScale="77500" lnSpcReduction="20000"/>
          </a:bodyPr>
          <a:lstStyle/>
          <a:p>
            <a:r>
              <a:rPr lang="sv-SE" sz="2000" dirty="0"/>
              <a:t>NOOOOOOOOOO</a:t>
            </a:r>
          </a:p>
          <a:p>
            <a:r>
              <a:rPr lang="sv-SE" sz="2000" dirty="0"/>
              <a:t>If </a:t>
            </a:r>
            <a:r>
              <a:rPr lang="sv-SE" sz="2000" dirty="0" err="1"/>
              <a:t>you</a:t>
            </a:r>
            <a:r>
              <a:rPr lang="sv-SE" sz="2000" dirty="0"/>
              <a:t> </a:t>
            </a:r>
            <a:r>
              <a:rPr lang="sv-SE" sz="2000" dirty="0" err="1"/>
              <a:t>write</a:t>
            </a:r>
            <a:r>
              <a:rPr lang="sv-SE" sz="2000" dirty="0"/>
              <a:t> </a:t>
            </a:r>
            <a:r>
              <a:rPr lang="sv-SE" sz="2000" dirty="0" err="1"/>
              <a:t>database</a:t>
            </a:r>
            <a:r>
              <a:rPr lang="sv-SE" sz="2000" dirty="0"/>
              <a:t> </a:t>
            </a:r>
            <a:r>
              <a:rPr lang="sv-SE" sz="2000" dirty="0" err="1"/>
              <a:t>code</a:t>
            </a:r>
            <a:r>
              <a:rPr lang="sv-SE" sz="2000" dirty="0"/>
              <a:t>, </a:t>
            </a:r>
            <a:r>
              <a:rPr lang="sv-SE" sz="2000" dirty="0" err="1"/>
              <a:t>you</a:t>
            </a:r>
            <a:r>
              <a:rPr lang="sv-SE" sz="2000" dirty="0"/>
              <a:t> </a:t>
            </a:r>
            <a:r>
              <a:rPr lang="sv-SE" sz="2000" dirty="0" err="1"/>
              <a:t>are</a:t>
            </a:r>
            <a:r>
              <a:rPr lang="sv-SE" sz="2000" dirty="0"/>
              <a:t> a </a:t>
            </a:r>
            <a:r>
              <a:rPr lang="sv-SE" sz="2000" dirty="0" err="1"/>
              <a:t>developer</a:t>
            </a:r>
            <a:r>
              <a:rPr lang="sv-SE" sz="2000" dirty="0"/>
              <a:t>.</a:t>
            </a:r>
          </a:p>
          <a:p>
            <a:r>
              <a:rPr lang="sv-SE" sz="2000" dirty="0" err="1"/>
              <a:t>Code</a:t>
            </a:r>
            <a:r>
              <a:rPr lang="sv-SE" sz="2000" dirty="0"/>
              <a:t> goes </a:t>
            </a:r>
            <a:r>
              <a:rPr lang="sv-SE" sz="2000" dirty="0" err="1"/>
              <a:t>into</a:t>
            </a:r>
            <a:r>
              <a:rPr lang="sv-SE" sz="2000" dirty="0"/>
              <a:t> </a:t>
            </a:r>
            <a:r>
              <a:rPr lang="sv-SE" sz="2000" dirty="0" err="1"/>
              <a:t>git</a:t>
            </a:r>
            <a:r>
              <a:rPr lang="sv-SE" sz="2000" dirty="0"/>
              <a:t>. Not </a:t>
            </a:r>
            <a:r>
              <a:rPr lang="sv-SE" sz="2000" dirty="0" err="1"/>
              <a:t>into</a:t>
            </a:r>
            <a:r>
              <a:rPr lang="sv-SE" sz="2000" dirty="0"/>
              <a:t> </a:t>
            </a:r>
            <a:r>
              <a:rPr lang="sv-SE" sz="2000" dirty="0" err="1"/>
              <a:t>your</a:t>
            </a:r>
            <a:r>
              <a:rPr lang="sv-SE" sz="2000" dirty="0"/>
              <a:t> </a:t>
            </a:r>
            <a:r>
              <a:rPr lang="sv-SE" sz="2000" dirty="0" err="1"/>
              <a:t>OneDrive</a:t>
            </a:r>
            <a:r>
              <a:rPr lang="sv-SE" sz="2000" dirty="0"/>
              <a:t>. Not </a:t>
            </a:r>
            <a:r>
              <a:rPr lang="sv-SE" sz="2000" dirty="0" err="1"/>
              <a:t>into</a:t>
            </a:r>
            <a:r>
              <a:rPr lang="sv-SE" sz="2000" dirty="0"/>
              <a:t> an e-mail </a:t>
            </a:r>
            <a:r>
              <a:rPr lang="sv-SE" sz="2000" dirty="0" err="1"/>
              <a:t>thread</a:t>
            </a:r>
            <a:r>
              <a:rPr lang="sv-SE" sz="2000" dirty="0"/>
              <a:t>.</a:t>
            </a:r>
          </a:p>
          <a:p>
            <a:r>
              <a:rPr lang="sv-SE" sz="2000" dirty="0"/>
              <a:t>If </a:t>
            </a:r>
            <a:r>
              <a:rPr lang="sv-SE" sz="2000" dirty="0" err="1"/>
              <a:t>this</a:t>
            </a:r>
            <a:r>
              <a:rPr lang="sv-SE" sz="2000" dirty="0"/>
              <a:t> </a:t>
            </a:r>
            <a:r>
              <a:rPr lang="sv-SE" sz="2000" dirty="0" err="1"/>
              <a:t>database</a:t>
            </a:r>
            <a:r>
              <a:rPr lang="sv-SE" sz="2000" dirty="0"/>
              <a:t> </a:t>
            </a:r>
            <a:r>
              <a:rPr lang="sv-SE" sz="2000" dirty="0" err="1"/>
              <a:t>code</a:t>
            </a:r>
            <a:r>
              <a:rPr lang="sv-SE" sz="2000" dirty="0"/>
              <a:t> </a:t>
            </a:r>
            <a:r>
              <a:rPr lang="sv-SE" sz="2000" dirty="0" err="1"/>
              <a:t>happens</a:t>
            </a:r>
            <a:r>
              <a:rPr lang="sv-SE" sz="2000" dirty="0"/>
              <a:t> to be DBA-</a:t>
            </a:r>
            <a:r>
              <a:rPr lang="sv-SE" sz="2000" dirty="0" err="1"/>
              <a:t>thingamajigs</a:t>
            </a:r>
            <a:r>
              <a:rPr lang="sv-SE" sz="2000" dirty="0"/>
              <a:t>, IT IS STILL CODE. </a:t>
            </a:r>
            <a:r>
              <a:rPr lang="sv-SE" sz="2000" dirty="0" err="1"/>
              <a:t>Code</a:t>
            </a:r>
            <a:r>
              <a:rPr lang="sv-SE" sz="2000" dirty="0"/>
              <a:t> goes </a:t>
            </a:r>
            <a:r>
              <a:rPr lang="sv-SE" sz="2000" dirty="0" err="1"/>
              <a:t>into</a:t>
            </a:r>
            <a:r>
              <a:rPr lang="sv-SE" sz="2000" dirty="0"/>
              <a:t> </a:t>
            </a:r>
            <a:r>
              <a:rPr lang="sv-SE" sz="2000" dirty="0" err="1"/>
              <a:t>git</a:t>
            </a:r>
            <a:r>
              <a:rPr lang="sv-SE" sz="2000" dirty="0"/>
              <a:t>.</a:t>
            </a:r>
          </a:p>
          <a:p>
            <a:pPr lvl="1"/>
            <a:r>
              <a:rPr lang="sv-SE" sz="1600" dirty="0"/>
              <a:t>(Or </a:t>
            </a:r>
            <a:r>
              <a:rPr lang="sv-SE" sz="1600" dirty="0" err="1"/>
              <a:t>svn</a:t>
            </a:r>
            <a:r>
              <a:rPr lang="sv-SE" sz="1600" dirty="0"/>
              <a:t> or </a:t>
            </a:r>
            <a:r>
              <a:rPr lang="sv-SE" sz="1600" dirty="0" err="1"/>
              <a:t>whatever</a:t>
            </a:r>
            <a:r>
              <a:rPr lang="sv-SE" sz="1600" dirty="0"/>
              <a:t> source </a:t>
            </a:r>
            <a:r>
              <a:rPr lang="sv-SE" sz="1600" dirty="0" err="1"/>
              <a:t>control</a:t>
            </a:r>
            <a:r>
              <a:rPr lang="sv-SE" sz="1600" dirty="0"/>
              <a:t> system </a:t>
            </a:r>
            <a:r>
              <a:rPr lang="sv-SE" sz="1600" dirty="0" err="1"/>
              <a:t>you</a:t>
            </a:r>
            <a:r>
              <a:rPr lang="sv-SE" sz="1600" dirty="0"/>
              <a:t> </a:t>
            </a:r>
            <a:r>
              <a:rPr lang="sv-SE" sz="1600" dirty="0" err="1"/>
              <a:t>use</a:t>
            </a:r>
            <a:r>
              <a:rPr lang="sv-SE" sz="1600" dirty="0"/>
              <a:t>.</a:t>
            </a:r>
          </a:p>
          <a:p>
            <a:r>
              <a:rPr lang="sv-SE" sz="2000" dirty="0" err="1"/>
              <a:t>Deploy</a:t>
            </a:r>
            <a:r>
              <a:rPr lang="sv-SE" sz="2000" dirty="0"/>
              <a:t> </a:t>
            </a:r>
            <a:r>
              <a:rPr lang="sv-SE" sz="2000" dirty="0" err="1"/>
              <a:t>code</a:t>
            </a:r>
            <a:r>
              <a:rPr lang="sv-SE" sz="2000" dirty="0"/>
              <a:t> </a:t>
            </a:r>
            <a:r>
              <a:rPr lang="sv-SE" sz="2000" dirty="0" err="1"/>
              <a:t>using</a:t>
            </a:r>
            <a:r>
              <a:rPr lang="sv-SE" sz="2000" dirty="0"/>
              <a:t> </a:t>
            </a:r>
            <a:r>
              <a:rPr lang="sv-SE" sz="2000" dirty="0" err="1"/>
              <a:t>deployment</a:t>
            </a:r>
            <a:r>
              <a:rPr lang="sv-SE" sz="2000" dirty="0"/>
              <a:t> </a:t>
            </a:r>
            <a:r>
              <a:rPr lang="sv-SE" sz="2000" dirty="0" err="1"/>
              <a:t>tools</a:t>
            </a:r>
            <a:r>
              <a:rPr lang="sv-SE" sz="2000" dirty="0"/>
              <a:t>. </a:t>
            </a:r>
            <a:r>
              <a:rPr lang="sv-SE" sz="2000" dirty="0" err="1"/>
              <a:t>Database</a:t>
            </a:r>
            <a:r>
              <a:rPr lang="sv-SE" sz="2000" dirty="0"/>
              <a:t> </a:t>
            </a:r>
            <a:r>
              <a:rPr lang="sv-SE" sz="2000" dirty="0" err="1"/>
              <a:t>code</a:t>
            </a:r>
            <a:r>
              <a:rPr lang="sv-SE" sz="2000" dirty="0"/>
              <a:t> </a:t>
            </a:r>
            <a:r>
              <a:rPr lang="sv-SE" sz="2000" dirty="0" err="1"/>
              <a:t>too</a:t>
            </a:r>
            <a:r>
              <a:rPr lang="sv-SE" sz="2000" dirty="0"/>
              <a:t>.</a:t>
            </a:r>
          </a:p>
          <a:p>
            <a:r>
              <a:rPr lang="sv-SE" sz="2000" dirty="0"/>
              <a:t>If </a:t>
            </a:r>
            <a:r>
              <a:rPr lang="sv-SE" sz="2000" dirty="0" err="1"/>
              <a:t>you</a:t>
            </a:r>
            <a:r>
              <a:rPr lang="sv-SE" sz="2000" dirty="0"/>
              <a:t> as a DBA </a:t>
            </a:r>
            <a:r>
              <a:rPr lang="sv-SE" sz="2000" dirty="0" err="1"/>
              <a:t>create</a:t>
            </a:r>
            <a:r>
              <a:rPr lang="sv-SE" sz="2000" dirty="0"/>
              <a:t> a </a:t>
            </a:r>
            <a:r>
              <a:rPr lang="sv-SE" sz="2000" dirty="0" err="1"/>
              <a:t>utility</a:t>
            </a:r>
            <a:r>
              <a:rPr lang="sv-SE" sz="2000" dirty="0"/>
              <a:t> </a:t>
            </a:r>
            <a:r>
              <a:rPr lang="sv-SE" sz="2000" dirty="0" err="1"/>
              <a:t>database</a:t>
            </a:r>
            <a:r>
              <a:rPr lang="sv-SE" sz="2000" dirty="0"/>
              <a:t> </a:t>
            </a:r>
            <a:r>
              <a:rPr lang="sv-SE" sz="2000" dirty="0" err="1"/>
              <a:t>that</a:t>
            </a:r>
            <a:r>
              <a:rPr lang="sv-SE" sz="2000" dirty="0"/>
              <a:t> </a:t>
            </a:r>
            <a:r>
              <a:rPr lang="sv-SE" sz="2000" dirty="0" err="1"/>
              <a:t>only</a:t>
            </a:r>
            <a:r>
              <a:rPr lang="sv-SE" sz="2000" dirty="0"/>
              <a:t> </a:t>
            </a:r>
            <a:r>
              <a:rPr lang="sv-SE" sz="2000" dirty="0" err="1"/>
              <a:t>DBAs</a:t>
            </a:r>
            <a:r>
              <a:rPr lang="sv-SE" sz="2000" dirty="0"/>
              <a:t> </a:t>
            </a:r>
            <a:r>
              <a:rPr lang="sv-SE" sz="2000" dirty="0" err="1"/>
              <a:t>ever</a:t>
            </a:r>
            <a:r>
              <a:rPr lang="sv-SE" sz="2000" dirty="0"/>
              <a:t> </a:t>
            </a:r>
            <a:r>
              <a:rPr lang="sv-SE" sz="2000" dirty="0" err="1"/>
              <a:t>use</a:t>
            </a:r>
            <a:r>
              <a:rPr lang="sv-SE" sz="2000" dirty="0"/>
              <a:t>, </a:t>
            </a:r>
            <a:r>
              <a:rPr lang="sv-SE" sz="2000" dirty="0" err="1"/>
              <a:t>that</a:t>
            </a:r>
            <a:r>
              <a:rPr lang="sv-SE" sz="2000" dirty="0"/>
              <a:t> is still a </a:t>
            </a:r>
            <a:r>
              <a:rPr lang="sv-SE" sz="2000" dirty="0" err="1"/>
              <a:t>user</a:t>
            </a:r>
            <a:r>
              <a:rPr lang="sv-SE" sz="2000" dirty="0"/>
              <a:t> </a:t>
            </a:r>
            <a:r>
              <a:rPr lang="sv-SE" sz="2000" dirty="0" err="1"/>
              <a:t>database</a:t>
            </a:r>
            <a:r>
              <a:rPr lang="sv-SE" sz="2000" dirty="0"/>
              <a:t>.</a:t>
            </a:r>
          </a:p>
          <a:p>
            <a:pPr lvl="1"/>
            <a:r>
              <a:rPr lang="sv-SE" sz="1600" dirty="0"/>
              <a:t>Test </a:t>
            </a:r>
            <a:r>
              <a:rPr lang="sv-SE" sz="1600" dirty="0" err="1"/>
              <a:t>code</a:t>
            </a:r>
            <a:r>
              <a:rPr lang="sv-SE" sz="1600" dirty="0"/>
              <a:t> </a:t>
            </a:r>
            <a:r>
              <a:rPr lang="sv-SE" sz="1600" dirty="0" err="1"/>
              <a:t>before</a:t>
            </a:r>
            <a:r>
              <a:rPr lang="sv-SE" sz="1600" dirty="0"/>
              <a:t> </a:t>
            </a:r>
            <a:r>
              <a:rPr lang="sv-SE" sz="1600" dirty="0" err="1"/>
              <a:t>deploying</a:t>
            </a:r>
            <a:r>
              <a:rPr lang="sv-SE" sz="1600" dirty="0"/>
              <a:t> to </a:t>
            </a:r>
            <a:r>
              <a:rPr lang="sv-SE" sz="1600" dirty="0" err="1"/>
              <a:t>production</a:t>
            </a:r>
            <a:endParaRPr lang="sv-SE" sz="1600" dirty="0"/>
          </a:p>
          <a:p>
            <a:pPr lvl="1"/>
            <a:r>
              <a:rPr lang="sv-SE" sz="1600" dirty="0" err="1"/>
              <a:t>Deploy</a:t>
            </a:r>
            <a:r>
              <a:rPr lang="sv-SE" sz="1600" dirty="0"/>
              <a:t> </a:t>
            </a:r>
            <a:r>
              <a:rPr lang="sv-SE" sz="1600" dirty="0" err="1"/>
              <a:t>using</a:t>
            </a:r>
            <a:r>
              <a:rPr lang="sv-SE" sz="1600" dirty="0"/>
              <a:t> standard </a:t>
            </a:r>
            <a:r>
              <a:rPr lang="sv-SE" sz="1600" dirty="0" err="1"/>
              <a:t>deployment</a:t>
            </a:r>
            <a:r>
              <a:rPr lang="sv-SE" sz="1600" dirty="0"/>
              <a:t> </a:t>
            </a:r>
            <a:r>
              <a:rPr lang="sv-SE" sz="1600" dirty="0" err="1"/>
              <a:t>methods</a:t>
            </a:r>
            <a:r>
              <a:rPr lang="sv-SE" sz="1600" dirty="0"/>
              <a:t> (I </a:t>
            </a:r>
            <a:r>
              <a:rPr lang="sv-SE" sz="1600" dirty="0" err="1"/>
              <a:t>prefer</a:t>
            </a:r>
            <a:r>
              <a:rPr lang="sv-SE" sz="1600" dirty="0"/>
              <a:t> </a:t>
            </a:r>
            <a:r>
              <a:rPr lang="sv-SE" sz="1600" dirty="0" err="1"/>
              <a:t>database</a:t>
            </a:r>
            <a:r>
              <a:rPr lang="sv-SE" sz="1600" dirty="0"/>
              <a:t> </a:t>
            </a:r>
            <a:r>
              <a:rPr lang="sv-SE" sz="1600" dirty="0" err="1"/>
              <a:t>projects</a:t>
            </a:r>
            <a:r>
              <a:rPr lang="sv-SE" sz="1600" dirty="0"/>
              <a:t>, </a:t>
            </a:r>
            <a:r>
              <a:rPr lang="sv-SE" sz="1600" dirty="0" err="1"/>
              <a:t>other</a:t>
            </a:r>
            <a:r>
              <a:rPr lang="sv-SE" sz="1600" dirty="0"/>
              <a:t> </a:t>
            </a:r>
            <a:r>
              <a:rPr lang="sv-SE" sz="1600" dirty="0" err="1"/>
              <a:t>prefer</a:t>
            </a:r>
            <a:r>
              <a:rPr lang="sv-SE" sz="1600" dirty="0"/>
              <a:t> migrations </a:t>
            </a:r>
            <a:r>
              <a:rPr lang="sv-SE" sz="1600" dirty="0" err="1"/>
              <a:t>based</a:t>
            </a:r>
            <a:r>
              <a:rPr lang="sv-SE" sz="1600" dirty="0"/>
              <a:t> </a:t>
            </a:r>
            <a:r>
              <a:rPr lang="sv-SE" sz="1600" dirty="0" err="1"/>
              <a:t>tools</a:t>
            </a:r>
            <a:r>
              <a:rPr lang="sv-SE" sz="1600" dirty="0"/>
              <a:t> like </a:t>
            </a:r>
            <a:r>
              <a:rPr lang="sv-SE" sz="1600" dirty="0" err="1"/>
              <a:t>Flyway</a:t>
            </a:r>
            <a:r>
              <a:rPr lang="sv-SE" sz="1600" dirty="0"/>
              <a:t> </a:t>
            </a:r>
            <a:r>
              <a:rPr lang="sv-SE" sz="1600" dirty="0" err="1"/>
              <a:t>etc</a:t>
            </a:r>
            <a:r>
              <a:rPr lang="sv-SE" sz="1600" dirty="0"/>
              <a:t>)</a:t>
            </a:r>
          </a:p>
        </p:txBody>
      </p:sp>
      <p:pic>
        <p:nvPicPr>
          <p:cNvPr id="3074" name="Picture 2" descr="an overworked DBA deploying directly to production">
            <a:extLst>
              <a:ext uri="{FF2B5EF4-FFF2-40B4-BE49-F238E27FC236}">
                <a16:creationId xmlns:a16="http://schemas.microsoft.com/office/drawing/2014/main" id="{9125AC9A-34F2-3A6D-8FFB-EDD2D7D5A15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3054"/>
          <a:stretch/>
        </p:blipFill>
        <p:spPr bwMode="auto">
          <a:xfrm>
            <a:off x="6229215" y="10"/>
            <a:ext cx="5962785" cy="6857990"/>
          </a:xfrm>
          <a:custGeom>
            <a:avLst/>
            <a:gdLst/>
            <a:ahLst/>
            <a:cxnLst/>
            <a:rect l="l" t="t" r="r" b="b"/>
            <a:pathLst>
              <a:path w="5962785" h="6858000">
                <a:moveTo>
                  <a:pt x="1044839" y="0"/>
                </a:moveTo>
                <a:lnTo>
                  <a:pt x="5962785" y="0"/>
                </a:lnTo>
                <a:lnTo>
                  <a:pt x="5962785" y="6858000"/>
                </a:lnTo>
                <a:lnTo>
                  <a:pt x="1469886" y="6858000"/>
                </a:lnTo>
                <a:lnTo>
                  <a:pt x="1416006" y="6823984"/>
                </a:lnTo>
                <a:cubicBezTo>
                  <a:pt x="1356767" y="6787940"/>
                  <a:pt x="1296437" y="6755500"/>
                  <a:pt x="1232473" y="6733873"/>
                </a:cubicBezTo>
                <a:cubicBezTo>
                  <a:pt x="1145250" y="6705037"/>
                  <a:pt x="1060933" y="6654575"/>
                  <a:pt x="1075471" y="6503186"/>
                </a:cubicBezTo>
                <a:cubicBezTo>
                  <a:pt x="1078378" y="6459932"/>
                  <a:pt x="1055118" y="6427493"/>
                  <a:pt x="1020229" y="6438306"/>
                </a:cubicBezTo>
                <a:cubicBezTo>
                  <a:pt x="953358" y="6459932"/>
                  <a:pt x="921375" y="6398656"/>
                  <a:pt x="883579" y="6351798"/>
                </a:cubicBezTo>
                <a:cubicBezTo>
                  <a:pt x="816707" y="6268895"/>
                  <a:pt x="752743" y="6182387"/>
                  <a:pt x="645167" y="6167969"/>
                </a:cubicBezTo>
                <a:cubicBezTo>
                  <a:pt x="665519" y="6103088"/>
                  <a:pt x="700408" y="6110298"/>
                  <a:pt x="732391" y="6124716"/>
                </a:cubicBezTo>
                <a:cubicBezTo>
                  <a:pt x="816707" y="6160761"/>
                  <a:pt x="901023" y="6200410"/>
                  <a:pt x="985339" y="6236455"/>
                </a:cubicBezTo>
                <a:cubicBezTo>
                  <a:pt x="1040581" y="6258081"/>
                  <a:pt x="1095822" y="6290522"/>
                  <a:pt x="1168509" y="6265291"/>
                </a:cubicBezTo>
                <a:cubicBezTo>
                  <a:pt x="1104545" y="6135530"/>
                  <a:pt x="996969" y="6110298"/>
                  <a:pt x="909746" y="6070649"/>
                </a:cubicBezTo>
                <a:cubicBezTo>
                  <a:pt x="802169" y="6020185"/>
                  <a:pt x="738206" y="5926470"/>
                  <a:pt x="659704" y="5818335"/>
                </a:cubicBezTo>
                <a:cubicBezTo>
                  <a:pt x="738206" y="5789500"/>
                  <a:pt x="787632" y="5868798"/>
                  <a:pt x="851597" y="5865193"/>
                </a:cubicBezTo>
                <a:cubicBezTo>
                  <a:pt x="854504" y="5854380"/>
                  <a:pt x="860319" y="5832753"/>
                  <a:pt x="860319" y="5832753"/>
                </a:cubicBezTo>
                <a:cubicBezTo>
                  <a:pt x="755650" y="5775081"/>
                  <a:pt x="709132" y="5666947"/>
                  <a:pt x="691686" y="5533581"/>
                </a:cubicBezTo>
                <a:cubicBezTo>
                  <a:pt x="685872" y="5465095"/>
                  <a:pt x="648075" y="5443468"/>
                  <a:pt x="610278" y="5411029"/>
                </a:cubicBezTo>
                <a:cubicBezTo>
                  <a:pt x="482350" y="5299289"/>
                  <a:pt x="345700" y="5198364"/>
                  <a:pt x="238123" y="5046976"/>
                </a:cubicBezTo>
                <a:cubicBezTo>
                  <a:pt x="363144" y="5064998"/>
                  <a:pt x="461997" y="5165924"/>
                  <a:pt x="592833" y="5209177"/>
                </a:cubicBezTo>
                <a:cubicBezTo>
                  <a:pt x="488165" y="5043371"/>
                  <a:pt x="351514" y="4956864"/>
                  <a:pt x="226494" y="4855939"/>
                </a:cubicBezTo>
                <a:cubicBezTo>
                  <a:pt x="168344" y="4809081"/>
                  <a:pt x="116011" y="4751408"/>
                  <a:pt x="49139" y="4726177"/>
                </a:cubicBezTo>
                <a:cubicBezTo>
                  <a:pt x="25879" y="4718968"/>
                  <a:pt x="-14825" y="4700947"/>
                  <a:pt x="5527" y="4650483"/>
                </a:cubicBezTo>
                <a:cubicBezTo>
                  <a:pt x="22972" y="4607230"/>
                  <a:pt x="54954" y="4621648"/>
                  <a:pt x="84029" y="4632460"/>
                </a:cubicBezTo>
                <a:cubicBezTo>
                  <a:pt x="153807" y="4661296"/>
                  <a:pt x="229401" y="4661296"/>
                  <a:pt x="325347" y="4661296"/>
                </a:cubicBezTo>
                <a:cubicBezTo>
                  <a:pt x="243939" y="4524326"/>
                  <a:pt x="95658" y="4567580"/>
                  <a:pt x="25879" y="4423401"/>
                </a:cubicBezTo>
                <a:cubicBezTo>
                  <a:pt x="113103" y="4398170"/>
                  <a:pt x="179975" y="4448632"/>
                  <a:pt x="249753" y="4459446"/>
                </a:cubicBezTo>
                <a:cubicBezTo>
                  <a:pt x="313718" y="4470259"/>
                  <a:pt x="328254" y="4445028"/>
                  <a:pt x="313718" y="4365729"/>
                </a:cubicBezTo>
                <a:cubicBezTo>
                  <a:pt x="290458" y="4243177"/>
                  <a:pt x="325347" y="4181900"/>
                  <a:pt x="418386" y="4214341"/>
                </a:cubicBezTo>
                <a:cubicBezTo>
                  <a:pt x="505609" y="4246781"/>
                  <a:pt x="514332" y="4199922"/>
                  <a:pt x="491072" y="4131438"/>
                </a:cubicBezTo>
                <a:cubicBezTo>
                  <a:pt x="456183" y="4030512"/>
                  <a:pt x="493979" y="3951214"/>
                  <a:pt x="520147" y="3864706"/>
                </a:cubicBezTo>
                <a:cubicBezTo>
                  <a:pt x="560851" y="3734945"/>
                  <a:pt x="543407" y="3670064"/>
                  <a:pt x="459090" y="3572743"/>
                </a:cubicBezTo>
                <a:cubicBezTo>
                  <a:pt x="409664" y="3518676"/>
                  <a:pt x="360236" y="3471818"/>
                  <a:pt x="290458" y="3424959"/>
                </a:cubicBezTo>
                <a:cubicBezTo>
                  <a:pt x="450368" y="3399728"/>
                  <a:pt x="284643" y="3313221"/>
                  <a:pt x="339884" y="3259153"/>
                </a:cubicBezTo>
                <a:cubicBezTo>
                  <a:pt x="453275" y="3237527"/>
                  <a:pt x="543407" y="3410542"/>
                  <a:pt x="697501" y="3360078"/>
                </a:cubicBezTo>
                <a:cubicBezTo>
                  <a:pt x="511425" y="3212294"/>
                  <a:pt x="302087" y="3165436"/>
                  <a:pt x="165437" y="2967190"/>
                </a:cubicBezTo>
                <a:cubicBezTo>
                  <a:pt x="197419" y="2923937"/>
                  <a:pt x="229401" y="2967190"/>
                  <a:pt x="255568" y="2949167"/>
                </a:cubicBezTo>
                <a:cubicBezTo>
                  <a:pt x="255568" y="2938354"/>
                  <a:pt x="560851" y="3006840"/>
                  <a:pt x="578296" y="2725691"/>
                </a:cubicBezTo>
                <a:cubicBezTo>
                  <a:pt x="584111" y="2725691"/>
                  <a:pt x="589926" y="2725691"/>
                  <a:pt x="595740" y="2714876"/>
                </a:cubicBezTo>
                <a:cubicBezTo>
                  <a:pt x="627722" y="2675228"/>
                  <a:pt x="598648" y="2581510"/>
                  <a:pt x="650982" y="2574301"/>
                </a:cubicBezTo>
                <a:cubicBezTo>
                  <a:pt x="709132" y="2567092"/>
                  <a:pt x="764373" y="2534653"/>
                  <a:pt x="825429" y="2552674"/>
                </a:cubicBezTo>
                <a:cubicBezTo>
                  <a:pt x="871949" y="2567092"/>
                  <a:pt x="921375" y="2585115"/>
                  <a:pt x="970802" y="2585115"/>
                </a:cubicBezTo>
                <a:cubicBezTo>
                  <a:pt x="1023136" y="2585115"/>
                  <a:pt x="1095822" y="2707668"/>
                  <a:pt x="1127805" y="2545465"/>
                </a:cubicBezTo>
                <a:cubicBezTo>
                  <a:pt x="1127805" y="2538257"/>
                  <a:pt x="1217936" y="2556280"/>
                  <a:pt x="1267362" y="2563488"/>
                </a:cubicBezTo>
                <a:cubicBezTo>
                  <a:pt x="1308067" y="2570698"/>
                  <a:pt x="1357494" y="2603137"/>
                  <a:pt x="1386568" y="2538257"/>
                </a:cubicBezTo>
                <a:cubicBezTo>
                  <a:pt x="1401105" y="2498607"/>
                  <a:pt x="1331326" y="2426518"/>
                  <a:pt x="1270270" y="2419309"/>
                </a:cubicBezTo>
                <a:cubicBezTo>
                  <a:pt x="1215029" y="2412101"/>
                  <a:pt x="1159787" y="2404892"/>
                  <a:pt x="1107453" y="2419309"/>
                </a:cubicBezTo>
                <a:cubicBezTo>
                  <a:pt x="1043489" y="2437331"/>
                  <a:pt x="1008599" y="2408495"/>
                  <a:pt x="991154" y="2343615"/>
                </a:cubicBezTo>
                <a:cubicBezTo>
                  <a:pt x="970802" y="2275131"/>
                  <a:pt x="933005" y="2239085"/>
                  <a:pt x="880671" y="2206645"/>
                </a:cubicBezTo>
                <a:cubicBezTo>
                  <a:pt x="752743" y="2127346"/>
                  <a:pt x="630630" y="2033629"/>
                  <a:pt x="491072" y="1986771"/>
                </a:cubicBezTo>
                <a:cubicBezTo>
                  <a:pt x="464905" y="1979562"/>
                  <a:pt x="432923" y="1965145"/>
                  <a:pt x="421293" y="1903868"/>
                </a:cubicBezTo>
                <a:cubicBezTo>
                  <a:pt x="799262" y="1997584"/>
                  <a:pt x="1142342" y="2239085"/>
                  <a:pt x="1531941" y="2224667"/>
                </a:cubicBezTo>
                <a:cubicBezTo>
                  <a:pt x="1427272" y="2148974"/>
                  <a:pt x="1302252" y="2145369"/>
                  <a:pt x="1188861" y="2091301"/>
                </a:cubicBezTo>
                <a:cubicBezTo>
                  <a:pt x="1270270" y="2051652"/>
                  <a:pt x="1345864" y="2094906"/>
                  <a:pt x="1421458" y="2116532"/>
                </a:cubicBezTo>
                <a:cubicBezTo>
                  <a:pt x="1485422" y="2134554"/>
                  <a:pt x="1543571" y="2138160"/>
                  <a:pt x="1549386" y="2026420"/>
                </a:cubicBezTo>
                <a:cubicBezTo>
                  <a:pt x="1549386" y="2015607"/>
                  <a:pt x="1549386" y="2008398"/>
                  <a:pt x="1549386" y="1997584"/>
                </a:cubicBezTo>
                <a:cubicBezTo>
                  <a:pt x="1526126" y="1950727"/>
                  <a:pt x="1494144" y="1929099"/>
                  <a:pt x="1453440" y="1914682"/>
                </a:cubicBezTo>
                <a:cubicBezTo>
                  <a:pt x="1430180" y="1907473"/>
                  <a:pt x="1398198" y="1893056"/>
                  <a:pt x="1398198" y="1860614"/>
                </a:cubicBezTo>
                <a:cubicBezTo>
                  <a:pt x="1401105" y="1738063"/>
                  <a:pt x="1322604" y="1702018"/>
                  <a:pt x="1247011" y="1665972"/>
                </a:cubicBezTo>
                <a:cubicBezTo>
                  <a:pt x="1287715" y="1604696"/>
                  <a:pt x="1322604" y="1647950"/>
                  <a:pt x="1354586" y="1644345"/>
                </a:cubicBezTo>
                <a:cubicBezTo>
                  <a:pt x="1374939" y="1640741"/>
                  <a:pt x="1395290" y="1637138"/>
                  <a:pt x="1395290" y="1604696"/>
                </a:cubicBezTo>
                <a:cubicBezTo>
                  <a:pt x="1395290" y="1579465"/>
                  <a:pt x="1386568" y="1547025"/>
                  <a:pt x="1366216" y="1547025"/>
                </a:cubicBezTo>
                <a:cubicBezTo>
                  <a:pt x="1238288" y="1543420"/>
                  <a:pt x="1165601" y="1370405"/>
                  <a:pt x="1031858" y="1370405"/>
                </a:cubicBezTo>
                <a:cubicBezTo>
                  <a:pt x="950450" y="1370405"/>
                  <a:pt x="1072563" y="1273083"/>
                  <a:pt x="1005692" y="1233435"/>
                </a:cubicBezTo>
                <a:cubicBezTo>
                  <a:pt x="991154" y="1222621"/>
                  <a:pt x="1046396" y="1208203"/>
                  <a:pt x="1069655" y="1211808"/>
                </a:cubicBezTo>
                <a:cubicBezTo>
                  <a:pt x="1092915" y="1215412"/>
                  <a:pt x="1113268" y="1240644"/>
                  <a:pt x="1142342" y="1222621"/>
                </a:cubicBezTo>
                <a:cubicBezTo>
                  <a:pt x="1156879" y="1157741"/>
                  <a:pt x="1119082" y="1132510"/>
                  <a:pt x="1084193" y="1114487"/>
                </a:cubicBezTo>
                <a:cubicBezTo>
                  <a:pt x="1008599" y="1071234"/>
                  <a:pt x="933005" y="1020771"/>
                  <a:pt x="848689" y="1006353"/>
                </a:cubicBezTo>
                <a:cubicBezTo>
                  <a:pt x="819615" y="1002748"/>
                  <a:pt x="802169" y="984726"/>
                  <a:pt x="805077" y="948681"/>
                </a:cubicBezTo>
                <a:cubicBezTo>
                  <a:pt x="810892" y="901822"/>
                  <a:pt x="839967" y="916240"/>
                  <a:pt x="863226" y="919844"/>
                </a:cubicBezTo>
                <a:cubicBezTo>
                  <a:pt x="877764" y="923450"/>
                  <a:pt x="892301" y="934263"/>
                  <a:pt x="906838" y="909031"/>
                </a:cubicBezTo>
                <a:cubicBezTo>
                  <a:pt x="566666" y="653113"/>
                  <a:pt x="386404" y="667532"/>
                  <a:pt x="5527" y="458471"/>
                </a:cubicBezTo>
                <a:cubicBezTo>
                  <a:pt x="89843" y="418822"/>
                  <a:pt x="150900" y="447658"/>
                  <a:pt x="209049" y="454867"/>
                </a:cubicBezTo>
                <a:cubicBezTo>
                  <a:pt x="354422" y="472890"/>
                  <a:pt x="264290" y="505329"/>
                  <a:pt x="409664" y="526956"/>
                </a:cubicBezTo>
                <a:cubicBezTo>
                  <a:pt x="479443" y="537770"/>
                  <a:pt x="543407" y="573815"/>
                  <a:pt x="621908" y="516143"/>
                </a:cubicBezTo>
                <a:cubicBezTo>
                  <a:pt x="674242" y="476494"/>
                  <a:pt x="758558" y="519747"/>
                  <a:pt x="822522" y="552188"/>
                </a:cubicBezTo>
                <a:cubicBezTo>
                  <a:pt x="874856" y="581024"/>
                  <a:pt x="927190" y="588232"/>
                  <a:pt x="996969" y="552188"/>
                </a:cubicBezTo>
                <a:cubicBezTo>
                  <a:pt x="933005" y="530562"/>
                  <a:pt x="883579" y="512539"/>
                  <a:pt x="834151" y="498120"/>
                </a:cubicBezTo>
                <a:cubicBezTo>
                  <a:pt x="793447" y="487307"/>
                  <a:pt x="770187" y="462076"/>
                  <a:pt x="773095" y="408008"/>
                </a:cubicBezTo>
                <a:cubicBezTo>
                  <a:pt x="773095" y="379172"/>
                  <a:pt x="764373" y="339523"/>
                  <a:pt x="793447" y="325106"/>
                </a:cubicBezTo>
                <a:cubicBezTo>
                  <a:pt x="816707" y="310688"/>
                  <a:pt x="848689" y="325106"/>
                  <a:pt x="860319" y="350336"/>
                </a:cubicBezTo>
                <a:cubicBezTo>
                  <a:pt x="874856" y="397195"/>
                  <a:pt x="889393" y="440449"/>
                  <a:pt x="938820" y="444054"/>
                </a:cubicBezTo>
                <a:cubicBezTo>
                  <a:pt x="1005692" y="451262"/>
                  <a:pt x="967894" y="422426"/>
                  <a:pt x="956265" y="386381"/>
                </a:cubicBezTo>
                <a:cubicBezTo>
                  <a:pt x="944635" y="346733"/>
                  <a:pt x="979525" y="335919"/>
                  <a:pt x="1002784" y="343127"/>
                </a:cubicBezTo>
                <a:cubicBezTo>
                  <a:pt x="1090008" y="375569"/>
                  <a:pt x="1180139" y="317897"/>
                  <a:pt x="1270270" y="364755"/>
                </a:cubicBezTo>
                <a:cubicBezTo>
                  <a:pt x="1247011" y="249411"/>
                  <a:pt x="1197583" y="198949"/>
                  <a:pt x="1092915" y="180926"/>
                </a:cubicBezTo>
                <a:cubicBezTo>
                  <a:pt x="1055118" y="177322"/>
                  <a:pt x="1014414" y="184530"/>
                  <a:pt x="979525" y="152090"/>
                </a:cubicBezTo>
                <a:cubicBezTo>
                  <a:pt x="959172" y="134068"/>
                  <a:pt x="938820" y="112441"/>
                  <a:pt x="953358" y="76396"/>
                </a:cubicBezTo>
                <a:cubicBezTo>
                  <a:pt x="962080" y="51165"/>
                  <a:pt x="985339" y="51165"/>
                  <a:pt x="1005692" y="58373"/>
                </a:cubicBezTo>
                <a:cubicBezTo>
                  <a:pt x="1090008" y="98023"/>
                  <a:pt x="1180139" y="108837"/>
                  <a:pt x="1267362" y="123254"/>
                </a:cubicBezTo>
                <a:cubicBezTo>
                  <a:pt x="1281900" y="126859"/>
                  <a:pt x="1296437" y="134068"/>
                  <a:pt x="1310975" y="98023"/>
                </a:cubicBezTo>
                <a:cubicBezTo>
                  <a:pt x="1260095" y="81803"/>
                  <a:pt x="1209941" y="62879"/>
                  <a:pt x="1159787" y="43505"/>
                </a:cubicBezTo>
                <a:close/>
              </a:path>
            </a:pathLst>
          </a:cu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6835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4" name="Rectangle 1030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En bild som visar inomhus, klädsel, person, möbler&#10;&#10;Automatiskt genererad beskrivning">
            <a:extLst>
              <a:ext uri="{FF2B5EF4-FFF2-40B4-BE49-F238E27FC236}">
                <a16:creationId xmlns:a16="http://schemas.microsoft.com/office/drawing/2014/main" id="{C3AC07DD-5280-D520-A2FA-44A5B832C2E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079" r="9089" b="-2"/>
          <a:stretch/>
        </p:blipFill>
        <p:spPr bwMode="auto">
          <a:xfrm>
            <a:off x="3523488" y="10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3" name="Rectangle 1032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Rubrik 1">
            <a:extLst>
              <a:ext uri="{FF2B5EF4-FFF2-40B4-BE49-F238E27FC236}">
                <a16:creationId xmlns:a16="http://schemas.microsoft.com/office/drawing/2014/main" id="{097D046C-8378-99B4-92AE-619EA6DF9D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7981" y="1122363"/>
            <a:ext cx="4023360" cy="320413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>
                <a:solidFill>
                  <a:schemeClr val="bg1"/>
                </a:solidFill>
              </a:rPr>
              <a:t>Test environments – build them, use them</a:t>
            </a:r>
          </a:p>
        </p:txBody>
      </p:sp>
      <p:sp>
        <p:nvSpPr>
          <p:cNvPr id="3" name="Platshållare för innehåll 2">
            <a:extLst>
              <a:ext uri="{FF2B5EF4-FFF2-40B4-BE49-F238E27FC236}">
                <a16:creationId xmlns:a16="http://schemas.microsoft.com/office/drawing/2014/main" id="{109C3B7A-DB97-0C2B-874B-AF6CB3588A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7980" y="4872922"/>
            <a:ext cx="4023359" cy="1208141"/>
          </a:xfrm>
        </p:spPr>
        <p:txBody>
          <a:bodyPr vert="horz" lIns="91440" tIns="45720" rIns="91440" bIns="45720" rtlCol="0">
            <a:normAutofit/>
          </a:bodyPr>
          <a:lstStyle/>
          <a:p>
            <a:pPr marL="0" indent="0">
              <a:buNone/>
            </a:pPr>
            <a:r>
              <a:rPr lang="en-US" sz="2000" dirty="0">
                <a:solidFill>
                  <a:schemeClr val="bg1"/>
                </a:solidFill>
              </a:rPr>
              <a:t>This is when Magnus tells you about when he went from working with databases to becoming a DBA.</a:t>
            </a:r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606146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914</Words>
  <Application>Microsoft Office PowerPoint</Application>
  <PresentationFormat>Widescreen</PresentationFormat>
  <Paragraphs>118</Paragraphs>
  <Slides>18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Aptos</vt:lpstr>
      <vt:lpstr>Aptos Display</vt:lpstr>
      <vt:lpstr>Arial</vt:lpstr>
      <vt:lpstr>Calibri</vt:lpstr>
      <vt:lpstr>Office Theme</vt:lpstr>
      <vt:lpstr>SQL Server Worst Practices</vt:lpstr>
      <vt:lpstr>Developer oriented</vt:lpstr>
      <vt:lpstr>Bring your C# knowledge into your T-SQL programming</vt:lpstr>
      <vt:lpstr>Be in total control</vt:lpstr>
      <vt:lpstr>Demo</vt:lpstr>
      <vt:lpstr>Naming conventions are great. </vt:lpstr>
      <vt:lpstr>No, maybe not.</vt:lpstr>
      <vt:lpstr>Unreadable code</vt:lpstr>
      <vt:lpstr>There once was a young(ish) developer</vt:lpstr>
      <vt:lpstr>Don’t let your databases grow out of control</vt:lpstr>
      <vt:lpstr>Some shrink actions you should take on a regular basis</vt:lpstr>
      <vt:lpstr>Taking backups is pretty cool.</vt:lpstr>
      <vt:lpstr>Demo</vt:lpstr>
      <vt:lpstr>But Magnus, that would never happen in a ”real shop”, right?</vt:lpstr>
      <vt:lpstr>If you don’t know, don’t change</vt:lpstr>
      <vt:lpstr>But by all means, do figure out what some of the settings mean</vt:lpstr>
      <vt:lpstr>.NET developers use git and pipelines. Databases are different, right?</vt:lpstr>
      <vt:lpstr>Test environments – build them, use them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Magnus Ahlkvist</dc:creator>
  <cp:lastModifiedBy>Magnus Ahlkvist</cp:lastModifiedBy>
  <cp:revision>20</cp:revision>
  <dcterms:created xsi:type="dcterms:W3CDTF">2024-04-18T18:52:54Z</dcterms:created>
  <dcterms:modified xsi:type="dcterms:W3CDTF">2025-10-16T12:20:16Z</dcterms:modified>
</cp:coreProperties>
</file>