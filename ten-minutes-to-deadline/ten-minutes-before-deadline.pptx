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9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91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375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7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82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255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23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5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99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47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17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magnus@transmokopter.s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 descr="Hastighetsmätare">
            <a:extLst>
              <a:ext uri="{FF2B5EF4-FFF2-40B4-BE49-F238E27FC236}">
                <a16:creationId xmlns:a16="http://schemas.microsoft.com/office/drawing/2014/main" id="{08D73C45-E5D2-5048-C49D-0D3BBF3FDF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D48CFAE-C6AD-CFA2-E509-05B0763A2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sv-SE" dirty="0">
                <a:solidFill>
                  <a:srgbClr val="FFFFFF"/>
                </a:solidFill>
              </a:rPr>
              <a:t>Ten </a:t>
            </a:r>
            <a:r>
              <a:rPr lang="sv-SE" dirty="0" err="1">
                <a:solidFill>
                  <a:srgbClr val="FFFFFF"/>
                </a:solidFill>
              </a:rPr>
              <a:t>minutes</a:t>
            </a:r>
            <a:r>
              <a:rPr lang="sv-SE" dirty="0">
                <a:solidFill>
                  <a:srgbClr val="FFFFFF"/>
                </a:solidFill>
              </a:rPr>
              <a:t> </a:t>
            </a:r>
            <a:r>
              <a:rPr lang="sv-SE" dirty="0" err="1">
                <a:solidFill>
                  <a:srgbClr val="FFFFFF"/>
                </a:solidFill>
              </a:rPr>
              <a:t>before</a:t>
            </a:r>
            <a:r>
              <a:rPr lang="sv-SE" dirty="0">
                <a:solidFill>
                  <a:srgbClr val="FFFFFF"/>
                </a:solidFill>
              </a:rPr>
              <a:t> deadline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7098F13D-814A-30A8-B1F4-4E0374D4E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r>
              <a:rPr lang="sv-SE" dirty="0">
                <a:solidFill>
                  <a:srgbClr val="FFFFFF"/>
                </a:solidFill>
              </a:rPr>
              <a:t>A </a:t>
            </a:r>
            <a:r>
              <a:rPr lang="sv-SE" dirty="0" err="1">
                <a:solidFill>
                  <a:srgbClr val="FFFFFF"/>
                </a:solidFill>
              </a:rPr>
              <a:t>procrastinator’s</a:t>
            </a:r>
            <a:r>
              <a:rPr lang="sv-SE" dirty="0">
                <a:solidFill>
                  <a:srgbClr val="FFFFFF"/>
                </a:solidFill>
              </a:rPr>
              <a:t> guide to containers and </a:t>
            </a:r>
            <a:r>
              <a:rPr lang="sv-SE" dirty="0" err="1">
                <a:solidFill>
                  <a:srgbClr val="FFFFFF"/>
                </a:solidFill>
              </a:rPr>
              <a:t>dbatools</a:t>
            </a:r>
            <a:endParaRPr lang="sv-SE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802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B4FF66-356F-1C9D-F90D-D2904669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The situation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D3AC116-419A-0D95-6832-397D9315E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 err="1"/>
              <a:t>It’s</a:t>
            </a:r>
            <a:r>
              <a:rPr lang="sv-SE" dirty="0"/>
              <a:t> 3.50 PM on a </a:t>
            </a:r>
            <a:r>
              <a:rPr lang="sv-SE" dirty="0" err="1"/>
              <a:t>Friday</a:t>
            </a:r>
            <a:r>
              <a:rPr lang="sv-SE" dirty="0"/>
              <a:t>.</a:t>
            </a:r>
          </a:p>
          <a:p>
            <a:pPr marL="0" indent="0">
              <a:buNone/>
            </a:pPr>
            <a:r>
              <a:rPr lang="sv-SE" dirty="0" err="1"/>
              <a:t>I’m</a:t>
            </a:r>
            <a:r>
              <a:rPr lang="sv-SE" dirty="0"/>
              <a:t> on my </a:t>
            </a:r>
            <a:r>
              <a:rPr lang="sv-SE" dirty="0" err="1"/>
              <a:t>way</a:t>
            </a:r>
            <a:r>
              <a:rPr lang="sv-SE" dirty="0"/>
              <a:t> from the </a:t>
            </a:r>
            <a:r>
              <a:rPr lang="sv-SE" dirty="0" err="1"/>
              <a:t>office</a:t>
            </a:r>
            <a:endParaRPr lang="sv-SE" dirty="0"/>
          </a:p>
          <a:p>
            <a:pPr marL="0" indent="0">
              <a:buNone/>
            </a:pPr>
            <a:r>
              <a:rPr lang="sv-SE" sz="1200" dirty="0"/>
              <a:t>(</a:t>
            </a:r>
            <a:r>
              <a:rPr lang="sv-SE" sz="1200" dirty="0" err="1"/>
              <a:t>yes</a:t>
            </a:r>
            <a:r>
              <a:rPr lang="sv-SE" sz="1200" dirty="0"/>
              <a:t>, on </a:t>
            </a:r>
            <a:r>
              <a:rPr lang="sv-SE" sz="1200" dirty="0" err="1"/>
              <a:t>Fridays</a:t>
            </a:r>
            <a:r>
              <a:rPr lang="sv-SE" sz="1200" dirty="0"/>
              <a:t>, </a:t>
            </a:r>
            <a:r>
              <a:rPr lang="sv-SE" sz="1200" dirty="0" err="1"/>
              <a:t>preparing</a:t>
            </a:r>
            <a:r>
              <a:rPr lang="sv-SE" sz="1200" dirty="0"/>
              <a:t> the </a:t>
            </a:r>
            <a:r>
              <a:rPr lang="sv-SE" sz="1200" dirty="0" err="1"/>
              <a:t>bbq</a:t>
            </a:r>
            <a:r>
              <a:rPr lang="sv-SE" sz="1200" dirty="0"/>
              <a:t> in my </a:t>
            </a:r>
            <a:r>
              <a:rPr lang="sv-SE" sz="1200" dirty="0" err="1"/>
              <a:t>kitchen</a:t>
            </a:r>
            <a:r>
              <a:rPr lang="sv-SE" sz="1200" dirty="0"/>
              <a:t> </a:t>
            </a:r>
            <a:r>
              <a:rPr lang="sv-SE" sz="1200" dirty="0" err="1"/>
              <a:t>counts</a:t>
            </a:r>
            <a:r>
              <a:rPr lang="sv-SE" sz="1200" dirty="0"/>
              <a:t> as ”</a:t>
            </a:r>
            <a:r>
              <a:rPr lang="sv-SE" sz="1200" dirty="0" err="1"/>
              <a:t>office</a:t>
            </a:r>
            <a:r>
              <a:rPr lang="sv-SE" sz="1200" dirty="0"/>
              <a:t>”)</a:t>
            </a:r>
          </a:p>
          <a:p>
            <a:pPr marL="0" indent="0">
              <a:buNone/>
            </a:pPr>
            <a:r>
              <a:rPr lang="sv-SE" dirty="0"/>
              <a:t>Boss calls.</a:t>
            </a:r>
          </a:p>
          <a:p>
            <a:pPr marL="0" indent="0">
              <a:buNone/>
            </a:pPr>
            <a:r>
              <a:rPr lang="sv-SE" dirty="0"/>
              <a:t>”</a:t>
            </a:r>
            <a:r>
              <a:rPr lang="sv-SE" dirty="0" err="1"/>
              <a:t>Hey</a:t>
            </a:r>
            <a:r>
              <a:rPr lang="sv-SE" dirty="0"/>
              <a:t> man. Just </a:t>
            </a:r>
            <a:r>
              <a:rPr lang="sv-SE" dirty="0" err="1"/>
              <a:t>checking</a:t>
            </a:r>
            <a:r>
              <a:rPr lang="sv-SE" dirty="0"/>
              <a:t> </a:t>
            </a:r>
            <a:r>
              <a:rPr lang="sv-SE" dirty="0" err="1"/>
              <a:t>something</a:t>
            </a:r>
            <a:r>
              <a:rPr lang="sv-SE" dirty="0"/>
              <a:t>. </a:t>
            </a:r>
            <a:r>
              <a:rPr lang="sv-SE" dirty="0" err="1"/>
              <a:t>Did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send</a:t>
            </a:r>
            <a:r>
              <a:rPr lang="sv-SE" dirty="0"/>
              <a:t> </a:t>
            </a:r>
            <a:r>
              <a:rPr lang="sv-SE" dirty="0" err="1"/>
              <a:t>me</a:t>
            </a:r>
            <a:r>
              <a:rPr lang="sv-SE" dirty="0"/>
              <a:t> the </a:t>
            </a:r>
            <a:r>
              <a:rPr lang="sv-SE" dirty="0" err="1"/>
              <a:t>details</a:t>
            </a:r>
            <a:r>
              <a:rPr lang="sv-SE" dirty="0"/>
              <a:t> for the </a:t>
            </a:r>
            <a:r>
              <a:rPr lang="sv-SE" dirty="0" err="1"/>
              <a:t>two</a:t>
            </a:r>
            <a:r>
              <a:rPr lang="sv-SE" dirty="0"/>
              <a:t> new test </a:t>
            </a:r>
            <a:r>
              <a:rPr lang="sv-SE" dirty="0" err="1"/>
              <a:t>instances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said</a:t>
            </a:r>
            <a:r>
              <a:rPr lang="sv-SE" dirty="0"/>
              <a:t>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would</a:t>
            </a:r>
            <a:r>
              <a:rPr lang="sv-SE" dirty="0"/>
              <a:t> </a:t>
            </a:r>
            <a:r>
              <a:rPr lang="sv-SE" dirty="0" err="1"/>
              <a:t>create</a:t>
            </a:r>
            <a:r>
              <a:rPr lang="sv-SE" dirty="0"/>
              <a:t>?”</a:t>
            </a:r>
          </a:p>
          <a:p>
            <a:pPr marL="0" indent="0">
              <a:buNone/>
            </a:pPr>
            <a:r>
              <a:rPr lang="sv-SE" dirty="0"/>
              <a:t>Oh, I </a:t>
            </a:r>
            <a:r>
              <a:rPr lang="sv-SE" dirty="0" err="1"/>
              <a:t>knew</a:t>
            </a:r>
            <a:r>
              <a:rPr lang="sv-SE" dirty="0"/>
              <a:t> it </a:t>
            </a:r>
            <a:r>
              <a:rPr lang="sv-SE" dirty="0" err="1"/>
              <a:t>was</a:t>
            </a:r>
            <a:r>
              <a:rPr lang="sv-SE" dirty="0"/>
              <a:t> </a:t>
            </a:r>
            <a:r>
              <a:rPr lang="sv-SE" dirty="0" err="1"/>
              <a:t>something</a:t>
            </a:r>
            <a:r>
              <a:rPr lang="sv-SE" dirty="0"/>
              <a:t> I </a:t>
            </a:r>
            <a:r>
              <a:rPr lang="sv-SE" dirty="0" err="1"/>
              <a:t>missed</a:t>
            </a:r>
            <a:r>
              <a:rPr lang="sv-SE" dirty="0"/>
              <a:t>.. I still </a:t>
            </a:r>
            <a:r>
              <a:rPr lang="sv-SE" dirty="0" err="1"/>
              <a:t>have</a:t>
            </a:r>
            <a:r>
              <a:rPr lang="sv-SE" dirty="0"/>
              <a:t> ten </a:t>
            </a:r>
            <a:r>
              <a:rPr lang="sv-SE" dirty="0" err="1"/>
              <a:t>minutes</a:t>
            </a:r>
            <a:r>
              <a:rPr lang="sv-SE" dirty="0"/>
              <a:t> </a:t>
            </a:r>
            <a:r>
              <a:rPr lang="sv-SE" dirty="0" err="1"/>
              <a:t>before</a:t>
            </a:r>
            <a:r>
              <a:rPr lang="sv-SE" dirty="0"/>
              <a:t> the </a:t>
            </a:r>
            <a:r>
              <a:rPr lang="sv-SE" dirty="0" err="1"/>
              <a:t>first</a:t>
            </a:r>
            <a:r>
              <a:rPr lang="sv-SE" dirty="0"/>
              <a:t> </a:t>
            </a:r>
            <a:r>
              <a:rPr lang="sv-SE" dirty="0" err="1"/>
              <a:t>guests</a:t>
            </a:r>
            <a:r>
              <a:rPr lang="sv-SE" dirty="0"/>
              <a:t> </a:t>
            </a:r>
            <a:r>
              <a:rPr lang="sv-SE" dirty="0" err="1"/>
              <a:t>arrive</a:t>
            </a:r>
            <a:r>
              <a:rPr lang="sv-SE" dirty="0"/>
              <a:t>. I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time</a:t>
            </a:r>
            <a:r>
              <a:rPr lang="sv-S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0033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73019BF-48A9-6144-527B-4F29ED724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09637"/>
            <a:ext cx="4800600" cy="1307592"/>
          </a:xfrm>
        </p:spPr>
        <p:txBody>
          <a:bodyPr>
            <a:normAutofit/>
          </a:bodyPr>
          <a:lstStyle/>
          <a:p>
            <a:r>
              <a:rPr lang="sv-SE" dirty="0"/>
              <a:t>Magnus Ahlkvist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6451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F754805-6DB9-D29C-7184-AF5D6F8C8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2221992"/>
            <a:ext cx="4800600" cy="37398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 err="1"/>
              <a:t>Transmokopter</a:t>
            </a:r>
            <a:r>
              <a:rPr lang="sv-SE" dirty="0"/>
              <a:t> SQL AB</a:t>
            </a:r>
          </a:p>
          <a:p>
            <a:pPr marL="0" indent="0">
              <a:buNone/>
            </a:pPr>
            <a:r>
              <a:rPr lang="sv-SE" dirty="0"/>
              <a:t>github.com/</a:t>
            </a:r>
            <a:r>
              <a:rPr lang="sv-SE" dirty="0" err="1"/>
              <a:t>transmokopter</a:t>
            </a:r>
            <a:endParaRPr lang="sv-SE" dirty="0"/>
          </a:p>
          <a:p>
            <a:pPr marL="0" indent="0">
              <a:buNone/>
            </a:pPr>
            <a:r>
              <a:rPr lang="sv-SE" dirty="0" err="1"/>
              <a:t>transmokopter</a:t>
            </a:r>
            <a:r>
              <a:rPr lang="sv-SE" dirty="0"/>
              <a:t> on social media</a:t>
            </a:r>
          </a:p>
          <a:p>
            <a:pPr marL="0" indent="0">
              <a:buNone/>
            </a:pPr>
            <a:r>
              <a:rPr lang="sv-SE" dirty="0">
                <a:hlinkClick r:id="rId2"/>
              </a:rPr>
              <a:t>magnus@transmokopter.se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Data Platform MVP</a:t>
            </a:r>
          </a:p>
          <a:p>
            <a:pPr marL="0" indent="0">
              <a:buNone/>
            </a:pPr>
            <a:r>
              <a:rPr lang="sv-SE" dirty="0"/>
              <a:t>Stockholm SQL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46451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E0F5EE72-2162-4F89-5D85-5742580D0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" r="-2" b="23255"/>
          <a:stretch>
            <a:fillRect/>
          </a:stretch>
        </p:blipFill>
        <p:spPr bwMode="auto">
          <a:xfrm>
            <a:off x="6147816" y="10"/>
            <a:ext cx="60441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01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EAF079B-9EAB-BC35-EFAE-A14069E9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The plan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91D16E8-E723-63FE-7613-9C539BA10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dirty="0" err="1"/>
              <a:t>Two</a:t>
            </a:r>
            <a:r>
              <a:rPr lang="sv-SE" dirty="0"/>
              <a:t> SQL </a:t>
            </a:r>
            <a:r>
              <a:rPr lang="sv-SE" dirty="0" err="1"/>
              <a:t>Instances</a:t>
            </a:r>
            <a:r>
              <a:rPr lang="sv-SE" dirty="0"/>
              <a:t>: 30 </a:t>
            </a:r>
            <a:r>
              <a:rPr lang="sv-SE" dirty="0" err="1"/>
              <a:t>seconds</a:t>
            </a:r>
            <a:endParaRPr lang="sv-SE" dirty="0"/>
          </a:p>
          <a:p>
            <a:pPr marL="0" indent="0">
              <a:buNone/>
            </a:pPr>
            <a:r>
              <a:rPr lang="sv-SE" dirty="0" err="1"/>
              <a:t>Create</a:t>
            </a:r>
            <a:r>
              <a:rPr lang="sv-SE" dirty="0"/>
              <a:t> </a:t>
            </a:r>
            <a:r>
              <a:rPr lang="sv-SE" dirty="0" err="1"/>
              <a:t>Credential</a:t>
            </a:r>
            <a:r>
              <a:rPr lang="sv-SE" dirty="0"/>
              <a:t> in SQL Server for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storage</a:t>
            </a:r>
            <a:r>
              <a:rPr lang="sv-SE" dirty="0"/>
              <a:t> </a:t>
            </a:r>
            <a:r>
              <a:rPr lang="sv-SE" dirty="0" err="1"/>
              <a:t>account</a:t>
            </a:r>
            <a:r>
              <a:rPr lang="sv-SE" dirty="0"/>
              <a:t>: 60 </a:t>
            </a:r>
            <a:r>
              <a:rPr lang="sv-SE" dirty="0" err="1"/>
              <a:t>seconds</a:t>
            </a:r>
            <a:endParaRPr lang="sv-SE" dirty="0"/>
          </a:p>
          <a:p>
            <a:pPr marL="0" indent="0">
              <a:buNone/>
            </a:pPr>
            <a:r>
              <a:rPr lang="sv-SE" dirty="0" err="1"/>
              <a:t>Restore</a:t>
            </a:r>
            <a:r>
              <a:rPr lang="sv-SE" dirty="0"/>
              <a:t> </a:t>
            </a:r>
            <a:r>
              <a:rPr lang="sv-SE" b="1" dirty="0"/>
              <a:t>The </a:t>
            </a:r>
            <a:r>
              <a:rPr lang="sv-SE" b="1" dirty="0" err="1"/>
              <a:t>Database</a:t>
            </a:r>
            <a:r>
              <a:rPr lang="sv-SE" dirty="0"/>
              <a:t>: 60 </a:t>
            </a:r>
            <a:r>
              <a:rPr lang="sv-SE" dirty="0" err="1"/>
              <a:t>seconds</a:t>
            </a:r>
            <a:r>
              <a:rPr lang="sv-SE" dirty="0"/>
              <a:t> (</a:t>
            </a:r>
            <a:r>
              <a:rPr lang="sv-SE" dirty="0" err="1"/>
              <a:t>let’s</a:t>
            </a:r>
            <a:r>
              <a:rPr lang="sv-SE" dirty="0"/>
              <a:t> </a:t>
            </a:r>
            <a:r>
              <a:rPr lang="sv-SE" dirty="0" err="1"/>
              <a:t>pretend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the </a:t>
            </a:r>
            <a:r>
              <a:rPr lang="sv-SE" dirty="0" err="1"/>
              <a:t>fastest</a:t>
            </a:r>
            <a:r>
              <a:rPr lang="sv-SE" dirty="0"/>
              <a:t> </a:t>
            </a:r>
            <a:r>
              <a:rPr lang="sv-SE" dirty="0" err="1"/>
              <a:t>storage</a:t>
            </a:r>
            <a:r>
              <a:rPr lang="sv-SE" dirty="0"/>
              <a:t> in the </a:t>
            </a:r>
            <a:r>
              <a:rPr lang="sv-SE" dirty="0" err="1"/>
              <a:t>world</a:t>
            </a:r>
            <a:r>
              <a:rPr lang="sv-SE" dirty="0"/>
              <a:t>): 60 </a:t>
            </a:r>
            <a:r>
              <a:rPr lang="sv-SE" dirty="0" err="1"/>
              <a:t>seconds</a:t>
            </a:r>
            <a:endParaRPr lang="sv-SE" dirty="0"/>
          </a:p>
          <a:p>
            <a:pPr marL="0" indent="0">
              <a:buNone/>
            </a:pPr>
            <a:r>
              <a:rPr lang="sv-SE" dirty="0"/>
              <a:t>Backup </a:t>
            </a:r>
            <a:r>
              <a:rPr lang="sv-SE" b="1" dirty="0"/>
              <a:t>The </a:t>
            </a:r>
            <a:r>
              <a:rPr lang="sv-SE" b="1" dirty="0" err="1"/>
              <a:t>Database</a:t>
            </a:r>
            <a:r>
              <a:rPr lang="sv-SE" dirty="0"/>
              <a:t>: 60 </a:t>
            </a:r>
            <a:r>
              <a:rPr lang="sv-SE" dirty="0" err="1"/>
              <a:t>seconds</a:t>
            </a:r>
            <a:endParaRPr lang="sv-SE" dirty="0"/>
          </a:p>
          <a:p>
            <a:pPr marL="0" indent="0">
              <a:buNone/>
            </a:pPr>
            <a:r>
              <a:rPr lang="sv-SE" dirty="0" err="1"/>
              <a:t>Run</a:t>
            </a:r>
            <a:r>
              <a:rPr lang="sv-SE" dirty="0"/>
              <a:t> </a:t>
            </a:r>
            <a:r>
              <a:rPr lang="sv-SE" dirty="0" err="1"/>
              <a:t>automated</a:t>
            </a:r>
            <a:r>
              <a:rPr lang="sv-SE" dirty="0"/>
              <a:t> </a:t>
            </a:r>
            <a:r>
              <a:rPr lang="sv-SE" dirty="0" err="1"/>
              <a:t>restore</a:t>
            </a:r>
            <a:r>
              <a:rPr lang="sv-SE" dirty="0"/>
              <a:t> tests: 60 </a:t>
            </a:r>
            <a:r>
              <a:rPr lang="sv-SE" dirty="0" err="1"/>
              <a:t>seconds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1478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B53987D-812F-1758-FE17-6A1B24AF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The execution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B2536D2-7181-49DE-4AB8-65A89C769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2185" y="1390650"/>
            <a:ext cx="3019423" cy="40767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200"/>
              <a:t>Containers</a:t>
            </a:r>
            <a:endParaRPr lang="en-US" sz="2200" dirty="0"/>
          </a:p>
          <a:p>
            <a:pPr marL="0" indent="0">
              <a:buNone/>
            </a:pPr>
            <a:r>
              <a:rPr lang="en-US" sz="2200" dirty="0" err="1"/>
              <a:t>dbatools</a:t>
            </a:r>
            <a:r>
              <a:rPr lang="en-US" sz="2200" dirty="0"/>
              <a:t> PowerShell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39585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180</Words>
  <Application>Microsoft Office PowerPoint</Application>
  <PresentationFormat>Bredbild</PresentationFormat>
  <Paragraphs>25</Paragraphs>
  <Slides>5</Slides>
  <Notes>0</Notes>
  <HiddenSlides>0</HiddenSlides>
  <MMClips>1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Ten minutes before deadline</vt:lpstr>
      <vt:lpstr>The situation</vt:lpstr>
      <vt:lpstr>Magnus Ahlkvist</vt:lpstr>
      <vt:lpstr>The plan</vt:lpstr>
      <vt:lpstr>The execution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Magnus Ahlkvist</dc:creator>
  <cp:lastModifiedBy>Magnus Ahlkvist</cp:lastModifiedBy>
  <cp:revision>2</cp:revision>
  <dcterms:created xsi:type="dcterms:W3CDTF">2025-12-18T17:12:27Z</dcterms:created>
  <dcterms:modified xsi:type="dcterms:W3CDTF">2025-12-18T17:50:53Z</dcterms:modified>
</cp:coreProperties>
</file>